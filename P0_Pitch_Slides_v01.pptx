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B1DD"/>
    <a:srgbClr val="BB87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【建议用时：55–60秒】</a:t>
            </a:r>
          </a:p>
          <a:p>
            <a:r>
              <a:t>我们的目标用户，是同时修读多门课程的大学生。课程任务可能来自微信群、教学平台、邮件和课堂通知。我们先提出一个待验证的判断：信息分散会让学生反复查找，而任务量不清晰可能导致遗漏或启动太晚。图中的关键断点，是收到信息之后，学生仍然不知道下一步该做什么。因此，我们把机会界定为：怎样将分散信息转化为可信的行动判断，并支持持续数周的学习任务。这里描述的是团队选定的问题与初步假设，还不是已经得到用户研究支持的结论。我们也不是现在就做一个万能 App，而是先找到值得研究、边界清楚的问题。</a:t>
            </a:r>
          </a:p>
          <a:p/>
          <a:p>
            <a:r>
              <a:t>资料依据：Task2_Opportunity exploration.docx，第1–2节。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【建议用时：55–60秒】</a:t>
            </a:r>
          </a:p>
          <a:p>
            <a:r>
              <a:t>两个方向解决不同层次的问题。A 关注多项任务之间的选择：结合截止时间、剩余工作量和可用时间，建议下一项应启动的作业。建议要说明理由，也允许学生手动调整。B 关注单个长期任务的推进：把大作业或考试复习拆成可编辑的里程碑，从截止时间倒排，再随实际进度调整。图中的三个里程碑只是逻辑示意，不是已经验证的排期。所以，A 回答“下一步先做什么”，B 回答“如何持续推进”。减轻选择负担和形成每周行动，都是预期价值，需要在后续研究中验证。我们的范围是个人课程规划，手动录入，条目可编辑；不涉及自动访问教学平台、小组协调或代替学生完成作业。</a:t>
            </a:r>
          </a:p>
          <a:p/>
          <a:p>
            <a:r>
              <a:t>资料依据：Task2_Opportunity exploration.docx，第3节。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【建议用时：55–60秒】</a:t>
            </a:r>
          </a:p>
          <a:p>
            <a:r>
              <a:t>这一页列出三个可能影响方案成立的高风险假设。首先，学生是否愿意手动录入，并持续维护任务？我们计划通过半结构化访谈，以及现有工具的实际使用演示，了解可接受的录入负担。其次，多个截止日期冲突时，学生是否真的难以选择？我们会请他们回顾最近一次真实冲突，重建决策过程。第三，每周可用学习时间是否足够可预测？我们会对比他们上周原先预计的时间和实际情况。此外，还要关注排序解释是否值得信任、通知是否引发反复查看，以及剩余工作量能否持续更新。P1 的目的不是证明方案正确，而是发现哪些假设成立，哪些需要推翻或调整。</a:t>
            </a:r>
          </a:p>
          <a:p/>
          <a:p>
            <a:r>
              <a:t>资料依据：Task2_Opportunity exploration.docx，第4节。以上方法均为拟开展的研究。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【建议用时：55–60秒】</a:t>
            </a:r>
          </a:p>
          <a:p>
            <a:r>
              <a:t>这一页说明我们的分工和持续合作方式。共同愿景是帮助大学生跟踪多渠道的课程通知、作业与截止时间，判断下一步需要关注什么。陈沫含负责项目协调、文档、汇报和项目索引；邓雨彤负责用户访谈与证据综合，并依据研究发现审核设计；田孜乐负责交互分析、界面原型、视觉和最终版式检查。微信消息在24小时内回应，每周五12:30开30至60分钟例会。每项任务明确负责人、截止时间和产出，提交前48小时完成草稿，再由同伴审核，明确标记已审核版本后提交。共享仓库与项目索引是权威工作空间。研究、会议、决策、设计和提交材料分类存放，统一版本命名，如P0_TeamCharter_v01_20261007。实际贡献与实质性的AI使用分别记录，确保责任清楚、版本可追踪。</a:t>
            </a:r>
          </a:p>
          <a:p/>
          <a:p>
            <a:r>
              <a:t>资料依据：Task1_Team_Charter.docx。工作空间按本次汇报要求采用共享仓库与项目索引。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962DF9-00AF-416F-9C59-A3BD35613327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6C9A65-7F13-4F33-94A7-04C9691DC7BD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962DF9-00AF-416F-9C59-A3BD35613327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6C9A65-7F13-4F33-94A7-04C9691DC7BD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962DF9-00AF-416F-9C59-A3BD35613327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6C9A65-7F13-4F33-94A7-04C9691DC7BD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962DF9-00AF-416F-9C59-A3BD35613327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6C9A65-7F13-4F33-94A7-04C9691DC7BD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962DF9-00AF-416F-9C59-A3BD35613327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6C9A65-7F13-4F33-94A7-04C9691DC7BD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962DF9-00AF-416F-9C59-A3BD35613327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6C9A65-7F13-4F33-94A7-04C9691DC7BD}" type="slidenum">
              <a:rPr/>
            </a:fld>
            <a:endParaRPr/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907704" y="6739570"/>
            <a:ext cx="1224136" cy="118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" b="0" i="0" u="none" strike="noStrike" cap="none" spc="0" baseline="0">
                <a:ln>
                  <a:noFill/>
                </a:ln>
                <a:solidFill>
                  <a:prstClr val="black"/>
                </a:solidFill>
              </a:rPr>
              <a:t>PPT</a:t>
            </a:r>
            <a:r>
              <a:rPr sz="100" b="0" i="0" u="none" strike="noStrike" cap="none" spc="0" baseline="0">
                <a:ln>
                  <a:noFill/>
                </a:ln>
                <a:solidFill>
                  <a:prstClr val="black"/>
                </a:solidFill>
              </a:rPr>
              <a:t>下载</a:t>
            </a:r>
            <a:r>
              <a:rPr sz="100" b="0" i="0" u="none" strike="noStrike" cap="none" spc="0" baseline="0">
                <a:ln>
                  <a:noFill/>
                </a:ln>
                <a:solidFill>
                  <a:prstClr val="black"/>
                </a:solidFill>
              </a:rPr>
              <a:t> </a:t>
            </a:r>
            <a:r>
              <a:rPr sz="100" b="0" i="0" u="none" strike="noStrike" cap="none" spc="0" baseline="0">
                <a:ln>
                  <a:noFill/>
                </a:ln>
                <a:solidFill>
                  <a:prstClr val="black"/>
                </a:solidFill>
              </a:rPr>
              <a:t>http://www.1ppt.com/xiazai/</a:t>
            </a:r>
            <a:endParaRPr sz="100" b="0" i="0" u="none" strike="noStrike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962DF9-00AF-416F-9C59-A3BD35613327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6C9A65-7F13-4F33-94A7-04C9691DC7BD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962DF9-00AF-416F-9C59-A3BD35613327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6C9A65-7F13-4F33-94A7-04C9691DC7BD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962DF9-00AF-416F-9C59-A3BD35613327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6C9A65-7F13-4F33-94A7-04C9691DC7BD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962DF9-00AF-416F-9C59-A3BD35613327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6C9A65-7F13-4F33-94A7-04C9691DC7BD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962DF9-00AF-416F-9C59-A3BD35613327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6C9A65-7F13-4F33-94A7-04C9691DC7BD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962DF9-00AF-416F-9C59-A3BD35613327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6C9A65-7F13-4F33-94A7-04C9691DC7BD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 rot="21277232">
            <a:off x="9147600" y="3779002"/>
            <a:ext cx="4648046" cy="4252138"/>
          </a:xfrm>
          <a:prstGeom prst="ellipse">
            <a:avLst/>
          </a:prstGeom>
          <a:solidFill>
            <a:srgbClr val="7038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414054" y="1210962"/>
            <a:ext cx="5535827" cy="3311611"/>
          </a:xfrm>
          <a:prstGeom prst="rect">
            <a:avLst/>
          </a:prstGeom>
          <a:pattFill prst="lgCheck">
            <a:fgClr>
              <a:schemeClr val="bg2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600" b="1" i="0" baseline="0">
                <a:latin typeface="Source Sans Pro"/>
                <a:ea typeface="Source Sans Pro"/>
                <a:cs typeface="Source Sans Pro"/>
              </a:defRPr>
            </a:lvl1pPr>
          </a:lstStyle>
          <a:p>
            <a:r>
              <a:t>Drag &amp; Drop picture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/>
      <p:sp>
        <p:nvSpPr>
          <p:cNvPr id="10" name="直接连接符 9"/>
          <p:cNvSpPr>
            <a:spLocks noGrp="1"/>
          </p:cNvSpPr>
          <p:nvPr/>
        </p:nvSpPr>
        <p:spPr>
          <a:xfrm>
            <a:off x="2438400" y="464457"/>
            <a:ext cx="9753600" cy="0"/>
          </a:xfrm>
          <a:prstGeom prst="line">
            <a:avLst/>
          </a:prstGeom>
          <a:ln>
            <a:solidFill>
              <a:srgbClr val="367AB9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文本框 10"/>
          <p:cNvSpPr>
            <a:spLocks noGrp="1"/>
          </p:cNvSpPr>
          <p:nvPr/>
        </p:nvSpPr>
        <p:spPr>
          <a:xfrm>
            <a:off x="203200" y="217714"/>
            <a:ext cx="223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67A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sz="2000" b="1">
                <a:solidFill>
                  <a:srgbClr val="367A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输入标题文字</a:t>
            </a:r>
            <a:endParaRPr sz="2000" b="1">
              <a:solidFill>
                <a:srgbClr val="367AB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/>
      <p:sp>
        <p:nvSpPr>
          <p:cNvPr id="7" name="直接连接符 6"/>
          <p:cNvSpPr>
            <a:spLocks noGrp="1"/>
          </p:cNvSpPr>
          <p:nvPr/>
        </p:nvSpPr>
        <p:spPr>
          <a:xfrm>
            <a:off x="2438400" y="464457"/>
            <a:ext cx="9753600" cy="0"/>
          </a:xfrm>
          <a:prstGeom prst="line">
            <a:avLst/>
          </a:prstGeom>
          <a:ln>
            <a:solidFill>
              <a:srgbClr val="367AB9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文本框 7"/>
          <p:cNvSpPr>
            <a:spLocks noGrp="1"/>
          </p:cNvSpPr>
          <p:nvPr/>
        </p:nvSpPr>
        <p:spPr>
          <a:xfrm>
            <a:off x="203200" y="217714"/>
            <a:ext cx="223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67A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sz="2000" b="1">
                <a:solidFill>
                  <a:srgbClr val="367A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输入标题文字</a:t>
            </a:r>
            <a:endParaRPr sz="2000" b="1">
              <a:solidFill>
                <a:srgbClr val="367AB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62DF9-00AF-416F-9C59-A3BD35613327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C9A65-7F13-4F33-94A7-04C9691DC7B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1DD">
            <a:alpha val="48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圆角矩形 38"/>
          <p:cNvSpPr/>
          <p:nvPr/>
        </p:nvSpPr>
        <p:spPr>
          <a:xfrm>
            <a:off x="7807325" y="3809365"/>
            <a:ext cx="3152140" cy="1355090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4090035" y="3843655"/>
            <a:ext cx="3152140" cy="1355090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>
            <a:off x="525780" y="3848735"/>
            <a:ext cx="3152140" cy="1355090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template-footer"/>
          <p:cNvSpPr>
            <a:spLocks noGrp="1"/>
          </p:cNvSpPr>
          <p:nvPr/>
        </p:nvSpPr>
        <p:spPr>
          <a:xfrm>
            <a:off x="0" y="5454777"/>
            <a:ext cx="12192000" cy="1403223"/>
          </a:xfrm>
          <a:prstGeom prst="rect">
            <a:avLst/>
          </a:prstGeom>
          <a:solidFill>
            <a:srgbClr val="703881"/>
          </a:solidFill>
          <a:ln w="0">
            <a:noFill/>
          </a:ln>
        </p:spPr>
      </p:sp>
      <p:sp>
        <p:nvSpPr>
          <p:cNvPr id="2" name="template-chevron-0"/>
          <p:cNvSpPr>
            <a:spLocks noGrp="1"/>
          </p:cNvSpPr>
          <p:nvPr/>
        </p:nvSpPr>
        <p:spPr>
          <a:xfrm>
            <a:off x="604076" y="368618"/>
            <a:ext cx="548069" cy="406718"/>
          </a:xfrm>
          <a:prstGeom prst="chevron">
            <a:avLst/>
          </a:prstGeom>
          <a:solidFill>
            <a:srgbClr val="D3B1DD"/>
          </a:solidFill>
          <a:ln w="0">
            <a:noFill/>
          </a:ln>
        </p:spPr>
      </p:sp>
      <p:sp>
        <p:nvSpPr>
          <p:cNvPr id="3" name="template-chevron-1"/>
          <p:cNvSpPr>
            <a:spLocks noGrp="1"/>
          </p:cNvSpPr>
          <p:nvPr/>
        </p:nvSpPr>
        <p:spPr>
          <a:xfrm>
            <a:off x="1050798" y="368618"/>
            <a:ext cx="548069" cy="406718"/>
          </a:xfrm>
          <a:prstGeom prst="chevron">
            <a:avLst/>
          </a:prstGeom>
          <a:solidFill>
            <a:srgbClr val="BB87CB"/>
          </a:solidFill>
          <a:ln w="0">
            <a:noFill/>
          </a:ln>
        </p:spPr>
      </p:sp>
      <p:sp>
        <p:nvSpPr>
          <p:cNvPr id="4" name="template-chevron-2"/>
          <p:cNvSpPr>
            <a:spLocks noGrp="1"/>
          </p:cNvSpPr>
          <p:nvPr/>
        </p:nvSpPr>
        <p:spPr>
          <a:xfrm>
            <a:off x="1491710" y="379000"/>
            <a:ext cx="548069" cy="406718"/>
          </a:xfrm>
          <a:prstGeom prst="chevron">
            <a:avLst/>
          </a:prstGeom>
          <a:solidFill>
            <a:srgbClr val="A45EBA"/>
          </a:solidFill>
          <a:ln w="0">
            <a:noFill/>
          </a:ln>
        </p:spPr>
      </p:sp>
      <p:sp>
        <p:nvSpPr>
          <p:cNvPr id="5" name="template-chevron-3"/>
          <p:cNvSpPr>
            <a:spLocks noGrp="1"/>
          </p:cNvSpPr>
          <p:nvPr/>
        </p:nvSpPr>
        <p:spPr>
          <a:xfrm>
            <a:off x="1938338" y="379000"/>
            <a:ext cx="548069" cy="406718"/>
          </a:xfrm>
          <a:prstGeom prst="chevron">
            <a:avLst/>
          </a:prstGeom>
          <a:solidFill>
            <a:srgbClr val="703881"/>
          </a:solidFill>
          <a:ln w="0">
            <a:noFill/>
          </a:ln>
        </p:spPr>
      </p:sp>
      <p:sp>
        <p:nvSpPr>
          <p:cNvPr id="6" name="original-template-logo-0"/>
          <p:cNvSpPr>
            <a:spLocks noGrp="1"/>
          </p:cNvSpPr>
          <p:nvPr/>
        </p:nvSpPr>
        <p:spPr>
          <a:xfrm>
            <a:off x="10622756" y="324041"/>
            <a:ext cx="1271683" cy="403574"/>
          </a:xfrm>
          <a:custGeom>
            <a:avLst/>
            <a:gdLst/>
            <a:ahLst/>
            <a:cxnLst/>
            <a:pathLst>
              <a:path w="3812022" h="1325394">
                <a:moveTo>
                  <a:pt x="3528743" y="1166183"/>
                </a:moveTo>
                <a:cubicBezTo>
                  <a:pt x="3531938" y="1169377"/>
                  <a:pt x="3534601" y="1174170"/>
                  <a:pt x="3537795" y="1178430"/>
                </a:cubicBezTo>
                <a:cubicBezTo>
                  <a:pt x="3538860" y="1199729"/>
                  <a:pt x="3537795" y="1230080"/>
                  <a:pt x="3528743" y="1258302"/>
                </a:cubicBezTo>
                <a:close/>
                <a:moveTo>
                  <a:pt x="3234282" y="1082322"/>
                </a:moveTo>
                <a:lnTo>
                  <a:pt x="3234282" y="1163814"/>
                </a:lnTo>
                <a:lnTo>
                  <a:pt x="3194545" y="1145948"/>
                </a:lnTo>
                <a:cubicBezTo>
                  <a:pt x="3184361" y="1137428"/>
                  <a:pt x="3178371" y="1125980"/>
                  <a:pt x="3179436" y="1110272"/>
                </a:cubicBezTo>
                <a:close/>
                <a:moveTo>
                  <a:pt x="3429169" y="1002179"/>
                </a:moveTo>
                <a:cubicBezTo>
                  <a:pt x="3447274" y="1016556"/>
                  <a:pt x="3489872" y="1011231"/>
                  <a:pt x="3528210" y="1004309"/>
                </a:cubicBezTo>
                <a:lnTo>
                  <a:pt x="3528210" y="1113467"/>
                </a:lnTo>
                <a:cubicBezTo>
                  <a:pt x="3515964" y="1125714"/>
                  <a:pt x="3513834" y="1141688"/>
                  <a:pt x="3528210" y="1166183"/>
                </a:cubicBezTo>
                <a:lnTo>
                  <a:pt x="3528210" y="1258302"/>
                </a:lnTo>
                <a:cubicBezTo>
                  <a:pt x="3519691" y="1290250"/>
                  <a:pt x="3500522" y="1318472"/>
                  <a:pt x="3467508" y="1325394"/>
                </a:cubicBezTo>
                <a:cubicBezTo>
                  <a:pt x="3423844" y="1313147"/>
                  <a:pt x="3233217" y="1258834"/>
                  <a:pt x="3260373" y="1211443"/>
                </a:cubicBezTo>
                <a:cubicBezTo>
                  <a:pt x="3304036" y="1210378"/>
                  <a:pt x="3374324" y="1252977"/>
                  <a:pt x="3440351" y="1243925"/>
                </a:cubicBezTo>
                <a:cubicBezTo>
                  <a:pt x="3461650" y="1213573"/>
                  <a:pt x="3451534" y="1144883"/>
                  <a:pt x="3440351" y="1117727"/>
                </a:cubicBezTo>
                <a:cubicBezTo>
                  <a:pt x="3378584" y="1119857"/>
                  <a:pt x="3357284" y="1157130"/>
                  <a:pt x="3310959" y="1173105"/>
                </a:cubicBezTo>
                <a:cubicBezTo>
                  <a:pt x="3288595" y="1170975"/>
                  <a:pt x="3259308" y="1169910"/>
                  <a:pt x="3234282" y="1164053"/>
                </a:cubicBezTo>
                <a:lnTo>
                  <a:pt x="3234282" y="1163814"/>
                </a:lnTo>
                <a:lnTo>
                  <a:pt x="3234814" y="1164053"/>
                </a:lnTo>
                <a:lnTo>
                  <a:pt x="3234814" y="1082051"/>
                </a:lnTo>
                <a:lnTo>
                  <a:pt x="3234282" y="1082322"/>
                </a:lnTo>
                <a:lnTo>
                  <a:pt x="3234282" y="1082051"/>
                </a:lnTo>
                <a:cubicBezTo>
                  <a:pt x="3283802" y="1061816"/>
                  <a:pt x="3340245" y="1046907"/>
                  <a:pt x="3391896" y="1031465"/>
                </a:cubicBezTo>
                <a:cubicBezTo>
                  <a:pt x="3415325" y="1013361"/>
                  <a:pt x="3380714" y="997919"/>
                  <a:pt x="3429169" y="1002179"/>
                </a:cubicBezTo>
                <a:close/>
                <a:moveTo>
                  <a:pt x="3580394" y="994192"/>
                </a:moveTo>
                <a:cubicBezTo>
                  <a:pt x="3600628" y="1000049"/>
                  <a:pt x="3616603" y="1004309"/>
                  <a:pt x="3644824" y="1024543"/>
                </a:cubicBezTo>
                <a:cubicBezTo>
                  <a:pt x="3645889" y="1077258"/>
                  <a:pt x="3560159" y="1084181"/>
                  <a:pt x="3528743" y="1113467"/>
                </a:cubicBezTo>
                <a:lnTo>
                  <a:pt x="3528743" y="1004309"/>
                </a:lnTo>
                <a:cubicBezTo>
                  <a:pt x="3547913" y="1001114"/>
                  <a:pt x="3567082" y="996321"/>
                  <a:pt x="3580394" y="994192"/>
                </a:cubicBezTo>
                <a:close/>
                <a:moveTo>
                  <a:pt x="2529346" y="901606"/>
                </a:moveTo>
                <a:cubicBezTo>
                  <a:pt x="2533006" y="901673"/>
                  <a:pt x="2537799" y="903404"/>
                  <a:pt x="2547916" y="909528"/>
                </a:cubicBezTo>
                <a:cubicBezTo>
                  <a:pt x="2555903" y="927632"/>
                  <a:pt x="2579332" y="953723"/>
                  <a:pt x="2608619" y="977152"/>
                </a:cubicBezTo>
                <a:cubicBezTo>
                  <a:pt x="2644827" y="1008569"/>
                  <a:pt x="2689556" y="1038920"/>
                  <a:pt x="2718842" y="1051700"/>
                </a:cubicBezTo>
                <a:cubicBezTo>
                  <a:pt x="2747063" y="1053829"/>
                  <a:pt x="2775285" y="1055959"/>
                  <a:pt x="2803506" y="1057557"/>
                </a:cubicBezTo>
                <a:cubicBezTo>
                  <a:pt x="2804571" y="1095895"/>
                  <a:pt x="2702335" y="1149676"/>
                  <a:pt x="2668256" y="1154468"/>
                </a:cubicBezTo>
                <a:cubicBezTo>
                  <a:pt x="2656009" y="1151273"/>
                  <a:pt x="2642165" y="1147546"/>
                  <a:pt x="2629918" y="1145416"/>
                </a:cubicBezTo>
                <a:cubicBezTo>
                  <a:pt x="2622463" y="1139559"/>
                  <a:pt x="2615541" y="1132637"/>
                  <a:pt x="2608619" y="1124649"/>
                </a:cubicBezTo>
                <a:cubicBezTo>
                  <a:pt x="2568150" y="1077259"/>
                  <a:pt x="2533539" y="993659"/>
                  <a:pt x="2518629" y="951061"/>
                </a:cubicBezTo>
                <a:cubicBezTo>
                  <a:pt x="2517565" y="935087"/>
                  <a:pt x="2517565" y="919645"/>
                  <a:pt x="2517565" y="903670"/>
                </a:cubicBezTo>
                <a:cubicBezTo>
                  <a:pt x="2523156" y="903137"/>
                  <a:pt x="2525685" y="901540"/>
                  <a:pt x="2529346" y="901606"/>
                </a:cubicBezTo>
                <a:close/>
                <a:moveTo>
                  <a:pt x="1595483" y="881273"/>
                </a:moveTo>
                <a:cubicBezTo>
                  <a:pt x="1591148" y="880907"/>
                  <a:pt x="1585857" y="881306"/>
                  <a:pt x="1578801" y="881839"/>
                </a:cubicBezTo>
                <a:cubicBezTo>
                  <a:pt x="1575074" y="881839"/>
                  <a:pt x="1569750" y="881839"/>
                  <a:pt x="1563892" y="881839"/>
                </a:cubicBezTo>
                <a:cubicBezTo>
                  <a:pt x="1559632" y="883969"/>
                  <a:pt x="1555905" y="887164"/>
                  <a:pt x="1552710" y="890358"/>
                </a:cubicBezTo>
                <a:cubicBezTo>
                  <a:pt x="1518099" y="915917"/>
                  <a:pt x="1528216" y="955321"/>
                  <a:pt x="1529281" y="1001647"/>
                </a:cubicBezTo>
                <a:cubicBezTo>
                  <a:pt x="1535671" y="999517"/>
                  <a:pt x="1543658" y="996854"/>
                  <a:pt x="1552710" y="992595"/>
                </a:cubicBezTo>
                <a:cubicBezTo>
                  <a:pt x="1560697" y="987802"/>
                  <a:pt x="1569750" y="983542"/>
                  <a:pt x="1578801" y="977685"/>
                </a:cubicBezTo>
                <a:cubicBezTo>
                  <a:pt x="1602231" y="962776"/>
                  <a:pt x="1624595" y="943606"/>
                  <a:pt x="1630452" y="922307"/>
                </a:cubicBezTo>
                <a:cubicBezTo>
                  <a:pt x="1612881" y="890358"/>
                  <a:pt x="1608488" y="882371"/>
                  <a:pt x="1595483" y="881273"/>
                </a:cubicBezTo>
                <a:close/>
                <a:moveTo>
                  <a:pt x="578273" y="855746"/>
                </a:moveTo>
                <a:lnTo>
                  <a:pt x="576143" y="870122"/>
                </a:lnTo>
                <a:lnTo>
                  <a:pt x="577208" y="885032"/>
                </a:lnTo>
                <a:lnTo>
                  <a:pt x="577208" y="899409"/>
                </a:lnTo>
                <a:lnTo>
                  <a:pt x="583065" y="911656"/>
                </a:lnTo>
                <a:lnTo>
                  <a:pt x="609157" y="921773"/>
                </a:lnTo>
                <a:lnTo>
                  <a:pt x="610222" y="922838"/>
                </a:lnTo>
                <a:cubicBezTo>
                  <a:pt x="609157" y="905266"/>
                  <a:pt x="609157" y="887162"/>
                  <a:pt x="610222" y="869058"/>
                </a:cubicBezTo>
                <a:cubicBezTo>
                  <a:pt x="610222" y="867993"/>
                  <a:pt x="609157" y="867993"/>
                  <a:pt x="609157" y="866928"/>
                </a:cubicBezTo>
                <a:cubicBezTo>
                  <a:pt x="601169" y="862668"/>
                  <a:pt x="585727" y="855746"/>
                  <a:pt x="578273" y="855746"/>
                </a:cubicBezTo>
                <a:close/>
                <a:moveTo>
                  <a:pt x="3589446" y="757771"/>
                </a:moveTo>
                <a:cubicBezTo>
                  <a:pt x="3581458" y="757771"/>
                  <a:pt x="3573471" y="759900"/>
                  <a:pt x="3566017" y="760965"/>
                </a:cubicBezTo>
                <a:cubicBezTo>
                  <a:pt x="3558030" y="766823"/>
                  <a:pt x="3544718" y="778005"/>
                  <a:pt x="3528743" y="790252"/>
                </a:cubicBezTo>
                <a:lnTo>
                  <a:pt x="3528743" y="790784"/>
                </a:lnTo>
                <a:cubicBezTo>
                  <a:pt x="3500522" y="815278"/>
                  <a:pt x="3468041" y="846695"/>
                  <a:pt x="3469105" y="863734"/>
                </a:cubicBezTo>
                <a:cubicBezTo>
                  <a:pt x="3482417" y="853617"/>
                  <a:pt x="3506379" y="840305"/>
                  <a:pt x="3528743" y="824331"/>
                </a:cubicBezTo>
                <a:cubicBezTo>
                  <a:pt x="3560159" y="803031"/>
                  <a:pt x="3590511" y="779070"/>
                  <a:pt x="3589446" y="757771"/>
                </a:cubicBezTo>
                <a:close/>
                <a:moveTo>
                  <a:pt x="600104" y="741795"/>
                </a:moveTo>
                <a:cubicBezTo>
                  <a:pt x="595845" y="756704"/>
                  <a:pt x="592650" y="779068"/>
                  <a:pt x="601169" y="782796"/>
                </a:cubicBezTo>
                <a:cubicBezTo>
                  <a:pt x="602234" y="782796"/>
                  <a:pt x="605962" y="783861"/>
                  <a:pt x="609157" y="785991"/>
                </a:cubicBezTo>
                <a:cubicBezTo>
                  <a:pt x="611819" y="788121"/>
                  <a:pt x="615014" y="790250"/>
                  <a:pt x="616079" y="790250"/>
                </a:cubicBezTo>
                <a:cubicBezTo>
                  <a:pt x="617144" y="785991"/>
                  <a:pt x="622469" y="755639"/>
                  <a:pt x="620339" y="749782"/>
                </a:cubicBezTo>
                <a:cubicBezTo>
                  <a:pt x="619274" y="748717"/>
                  <a:pt x="613416" y="744990"/>
                  <a:pt x="609157" y="742860"/>
                </a:cubicBezTo>
                <a:cubicBezTo>
                  <a:pt x="604364" y="741795"/>
                  <a:pt x="602234" y="740730"/>
                  <a:pt x="600104" y="741795"/>
                </a:cubicBezTo>
                <a:close/>
                <a:moveTo>
                  <a:pt x="3661538" y="687708"/>
                </a:moveTo>
                <a:cubicBezTo>
                  <a:pt x="3691615" y="686285"/>
                  <a:pt x="3726559" y="691077"/>
                  <a:pt x="3722566" y="730614"/>
                </a:cubicBezTo>
                <a:cubicBezTo>
                  <a:pt x="3692214" y="743926"/>
                  <a:pt x="3640564" y="808356"/>
                  <a:pt x="3618732" y="834448"/>
                </a:cubicBezTo>
                <a:cubicBezTo>
                  <a:pt x="3587316" y="850954"/>
                  <a:pt x="3558030" y="869059"/>
                  <a:pt x="3528743" y="887163"/>
                </a:cubicBezTo>
                <a:cubicBezTo>
                  <a:pt x="3484547" y="915385"/>
                  <a:pt x="3443014" y="945736"/>
                  <a:pt x="3402545" y="978217"/>
                </a:cubicBezTo>
                <a:cubicBezTo>
                  <a:pt x="3396688" y="977152"/>
                  <a:pt x="3391363" y="977152"/>
                  <a:pt x="3385506" y="977152"/>
                </a:cubicBezTo>
                <a:cubicBezTo>
                  <a:pt x="3384441" y="944671"/>
                  <a:pt x="3435026" y="899410"/>
                  <a:pt x="3460053" y="875981"/>
                </a:cubicBezTo>
                <a:cubicBezTo>
                  <a:pt x="3464846" y="871189"/>
                  <a:pt x="3462716" y="864799"/>
                  <a:pt x="3455793" y="867994"/>
                </a:cubicBezTo>
                <a:cubicBezTo>
                  <a:pt x="3422247" y="884501"/>
                  <a:pt x="3398286" y="922839"/>
                  <a:pt x="3356752" y="919644"/>
                </a:cubicBezTo>
                <a:cubicBezTo>
                  <a:pt x="3325336" y="921242"/>
                  <a:pt x="3293920" y="923372"/>
                  <a:pt x="3263568" y="925502"/>
                </a:cubicBezTo>
                <a:cubicBezTo>
                  <a:pt x="3251854" y="924437"/>
                  <a:pt x="3251854" y="924437"/>
                  <a:pt x="3238542" y="916450"/>
                </a:cubicBezTo>
                <a:cubicBezTo>
                  <a:pt x="3237476" y="898345"/>
                  <a:pt x="3238542" y="900475"/>
                  <a:pt x="3249724" y="890358"/>
                </a:cubicBezTo>
                <a:cubicBezTo>
                  <a:pt x="3333855" y="850954"/>
                  <a:pt x="3421714" y="797174"/>
                  <a:pt x="3509574" y="757771"/>
                </a:cubicBezTo>
                <a:cubicBezTo>
                  <a:pt x="3516496" y="754576"/>
                  <a:pt x="3522886" y="749783"/>
                  <a:pt x="3528743" y="746588"/>
                </a:cubicBezTo>
                <a:cubicBezTo>
                  <a:pt x="3563887" y="727419"/>
                  <a:pt x="3598498" y="709315"/>
                  <a:pt x="3634706" y="690146"/>
                </a:cubicBezTo>
                <a:cubicBezTo>
                  <a:pt x="3642028" y="689347"/>
                  <a:pt x="3651513" y="688182"/>
                  <a:pt x="3661538" y="687708"/>
                </a:cubicBezTo>
                <a:close/>
                <a:moveTo>
                  <a:pt x="3106487" y="648612"/>
                </a:moveTo>
                <a:cubicBezTo>
                  <a:pt x="3152812" y="647547"/>
                  <a:pt x="3159202" y="700263"/>
                  <a:pt x="3233749" y="667781"/>
                </a:cubicBezTo>
                <a:cubicBezTo>
                  <a:pt x="3233749" y="666716"/>
                  <a:pt x="3234814" y="665652"/>
                  <a:pt x="3234814" y="665652"/>
                </a:cubicBezTo>
                <a:lnTo>
                  <a:pt x="3234814" y="750848"/>
                </a:lnTo>
                <a:cubicBezTo>
                  <a:pt x="3232684" y="765758"/>
                  <a:pt x="3228957" y="780135"/>
                  <a:pt x="3225762" y="789187"/>
                </a:cubicBezTo>
                <a:cubicBezTo>
                  <a:pt x="3219905" y="790252"/>
                  <a:pt x="3214580" y="791317"/>
                  <a:pt x="3208723" y="792382"/>
                </a:cubicBezTo>
                <a:cubicBezTo>
                  <a:pt x="3145890" y="762030"/>
                  <a:pt x="3108617" y="714640"/>
                  <a:pt x="3106487" y="661924"/>
                </a:cubicBezTo>
                <a:lnTo>
                  <a:pt x="3106487" y="651807"/>
                </a:lnTo>
                <a:cubicBezTo>
                  <a:pt x="3106487" y="650742"/>
                  <a:pt x="3106487" y="649677"/>
                  <a:pt x="3106487" y="648612"/>
                </a:cubicBezTo>
                <a:close/>
                <a:moveTo>
                  <a:pt x="1575074" y="608144"/>
                </a:moveTo>
                <a:cubicBezTo>
                  <a:pt x="1566022" y="610274"/>
                  <a:pt x="1558567" y="612936"/>
                  <a:pt x="1552710" y="616131"/>
                </a:cubicBezTo>
                <a:cubicBezTo>
                  <a:pt x="1533541" y="625184"/>
                  <a:pt x="1526618" y="640625"/>
                  <a:pt x="1527684" y="671509"/>
                </a:cubicBezTo>
                <a:cubicBezTo>
                  <a:pt x="1533541" y="670444"/>
                  <a:pt x="1543658" y="663522"/>
                  <a:pt x="1552710" y="655535"/>
                </a:cubicBezTo>
                <a:cubicBezTo>
                  <a:pt x="1567087" y="640625"/>
                  <a:pt x="1581997" y="621456"/>
                  <a:pt x="1575074" y="608144"/>
                </a:cubicBezTo>
                <a:close/>
                <a:moveTo>
                  <a:pt x="2635775" y="472893"/>
                </a:moveTo>
                <a:cubicBezTo>
                  <a:pt x="2661867" y="492062"/>
                  <a:pt x="2661867" y="492062"/>
                  <a:pt x="2689556" y="508037"/>
                </a:cubicBezTo>
                <a:cubicBezTo>
                  <a:pt x="2720972" y="548505"/>
                  <a:pt x="2667191" y="610274"/>
                  <a:pt x="2608619" y="661392"/>
                </a:cubicBezTo>
                <a:lnTo>
                  <a:pt x="2608619" y="553830"/>
                </a:lnTo>
                <a:cubicBezTo>
                  <a:pt x="2619801" y="526674"/>
                  <a:pt x="2619801" y="490997"/>
                  <a:pt x="2635775" y="472893"/>
                </a:cubicBezTo>
                <a:close/>
                <a:moveTo>
                  <a:pt x="1655479" y="448932"/>
                </a:moveTo>
                <a:cubicBezTo>
                  <a:pt x="1629387" y="465971"/>
                  <a:pt x="1601166" y="478218"/>
                  <a:pt x="1578801" y="495257"/>
                </a:cubicBezTo>
                <a:cubicBezTo>
                  <a:pt x="1568685" y="503246"/>
                  <a:pt x="1558567" y="512298"/>
                  <a:pt x="1552710" y="523480"/>
                </a:cubicBezTo>
                <a:cubicBezTo>
                  <a:pt x="1545788" y="534662"/>
                  <a:pt x="1542593" y="547441"/>
                  <a:pt x="1542061" y="562351"/>
                </a:cubicBezTo>
                <a:cubicBezTo>
                  <a:pt x="1545255" y="561286"/>
                  <a:pt x="1548983" y="560221"/>
                  <a:pt x="1552177" y="558091"/>
                </a:cubicBezTo>
                <a:cubicBezTo>
                  <a:pt x="1561230" y="554896"/>
                  <a:pt x="1570282" y="550104"/>
                  <a:pt x="1578269" y="545844"/>
                </a:cubicBezTo>
                <a:cubicBezTo>
                  <a:pt x="1604361" y="532000"/>
                  <a:pt x="1626725" y="514960"/>
                  <a:pt x="1642699" y="481413"/>
                </a:cubicBezTo>
                <a:cubicBezTo>
                  <a:pt x="1656544" y="473426"/>
                  <a:pt x="1656544" y="473426"/>
                  <a:pt x="1667726" y="461179"/>
                </a:cubicBezTo>
                <a:cubicBezTo>
                  <a:pt x="1666661" y="456919"/>
                  <a:pt x="1666661" y="452127"/>
                  <a:pt x="1666661" y="449997"/>
                </a:cubicBezTo>
                <a:cubicBezTo>
                  <a:pt x="1662401" y="448932"/>
                  <a:pt x="1658673" y="448932"/>
                  <a:pt x="1655479" y="448932"/>
                </a:cubicBezTo>
                <a:close/>
                <a:moveTo>
                  <a:pt x="3171982" y="389826"/>
                </a:moveTo>
                <a:cubicBezTo>
                  <a:pt x="3177839" y="394086"/>
                  <a:pt x="3183164" y="398878"/>
                  <a:pt x="3189021" y="403138"/>
                </a:cubicBezTo>
                <a:cubicBezTo>
                  <a:pt x="3195411" y="419112"/>
                  <a:pt x="3213515" y="436684"/>
                  <a:pt x="3234814" y="454789"/>
                </a:cubicBezTo>
                <a:cubicBezTo>
                  <a:pt x="3261971" y="478751"/>
                  <a:pt x="3292322" y="501115"/>
                  <a:pt x="3313621" y="520285"/>
                </a:cubicBezTo>
                <a:cubicBezTo>
                  <a:pt x="3315751" y="575130"/>
                  <a:pt x="3283270" y="591104"/>
                  <a:pt x="3234814" y="600156"/>
                </a:cubicBezTo>
                <a:lnTo>
                  <a:pt x="3233749" y="600156"/>
                </a:lnTo>
                <a:cubicBezTo>
                  <a:pt x="3231619" y="578857"/>
                  <a:pt x="3231619" y="558623"/>
                  <a:pt x="3230554" y="538389"/>
                </a:cubicBezTo>
                <a:cubicBezTo>
                  <a:pt x="3204463" y="506973"/>
                  <a:pt x="3123526" y="421242"/>
                  <a:pt x="3171982" y="389826"/>
                </a:cubicBezTo>
                <a:close/>
                <a:moveTo>
                  <a:pt x="2558565" y="235940"/>
                </a:moveTo>
                <a:cubicBezTo>
                  <a:pt x="2573475" y="244992"/>
                  <a:pt x="2588917" y="248187"/>
                  <a:pt x="2599034" y="279603"/>
                </a:cubicBezTo>
                <a:cubicBezTo>
                  <a:pt x="2586787" y="368527"/>
                  <a:pt x="2575605" y="468633"/>
                  <a:pt x="2550578" y="565545"/>
                </a:cubicBezTo>
                <a:cubicBezTo>
                  <a:pt x="2550578" y="572467"/>
                  <a:pt x="2550578" y="578858"/>
                  <a:pt x="2551643" y="586845"/>
                </a:cubicBezTo>
                <a:cubicBezTo>
                  <a:pt x="2584125" y="586845"/>
                  <a:pt x="2599034" y="571934"/>
                  <a:pt x="2608086" y="553298"/>
                </a:cubicBezTo>
                <a:lnTo>
                  <a:pt x="2608086" y="660327"/>
                </a:lnTo>
                <a:cubicBezTo>
                  <a:pt x="2562825" y="698665"/>
                  <a:pt x="2513305" y="731147"/>
                  <a:pt x="2497863" y="743394"/>
                </a:cubicBezTo>
                <a:cubicBezTo>
                  <a:pt x="2480823" y="791849"/>
                  <a:pt x="2464317" y="841370"/>
                  <a:pt x="2447277" y="890891"/>
                </a:cubicBezTo>
                <a:cubicBezTo>
                  <a:pt x="2350898" y="1040517"/>
                  <a:pt x="2280077" y="1158728"/>
                  <a:pt x="2113411" y="1193339"/>
                </a:cubicBezTo>
                <a:cubicBezTo>
                  <a:pt x="2112346" y="1190144"/>
                  <a:pt x="2111281" y="1186417"/>
                  <a:pt x="2110217" y="1183222"/>
                </a:cubicBezTo>
                <a:cubicBezTo>
                  <a:pt x="2111281" y="1180027"/>
                  <a:pt x="2112346" y="1176300"/>
                  <a:pt x="2114476" y="1174170"/>
                </a:cubicBezTo>
                <a:cubicBezTo>
                  <a:pt x="2253986" y="1123584"/>
                  <a:pt x="2366873" y="964905"/>
                  <a:pt x="2394562" y="811551"/>
                </a:cubicBezTo>
                <a:cubicBezTo>
                  <a:pt x="2393497" y="808356"/>
                  <a:pt x="2393497" y="804629"/>
                  <a:pt x="2393497" y="801434"/>
                </a:cubicBezTo>
                <a:cubicBezTo>
                  <a:pt x="2341846" y="808356"/>
                  <a:pt x="2295520" y="826461"/>
                  <a:pt x="2250259" y="827526"/>
                </a:cubicBezTo>
                <a:cubicBezTo>
                  <a:pt x="2159204" y="774810"/>
                  <a:pt x="2212985" y="762031"/>
                  <a:pt x="2286467" y="748719"/>
                </a:cubicBezTo>
                <a:cubicBezTo>
                  <a:pt x="2337054" y="723692"/>
                  <a:pt x="2387639" y="694938"/>
                  <a:pt x="2433965" y="653937"/>
                </a:cubicBezTo>
                <a:cubicBezTo>
                  <a:pt x="2470174" y="535726"/>
                  <a:pt x="2509577" y="416450"/>
                  <a:pt x="2525019" y="300370"/>
                </a:cubicBezTo>
                <a:cubicBezTo>
                  <a:pt x="2546318" y="276941"/>
                  <a:pt x="2513837" y="252979"/>
                  <a:pt x="2558565" y="235940"/>
                </a:cubicBezTo>
                <a:close/>
                <a:moveTo>
                  <a:pt x="3528210" y="194459"/>
                </a:moveTo>
                <a:lnTo>
                  <a:pt x="3528210" y="484076"/>
                </a:lnTo>
                <a:lnTo>
                  <a:pt x="3528743" y="483543"/>
                </a:lnTo>
                <a:lnTo>
                  <a:pt x="3528743" y="484076"/>
                </a:lnTo>
                <a:cubicBezTo>
                  <a:pt x="3508509" y="505375"/>
                  <a:pt x="3468041" y="540519"/>
                  <a:pt x="3495197" y="562883"/>
                </a:cubicBezTo>
                <a:cubicBezTo>
                  <a:pt x="3505314" y="561285"/>
                  <a:pt x="3512103" y="557558"/>
                  <a:pt x="3517161" y="553165"/>
                </a:cubicBezTo>
                <a:lnTo>
                  <a:pt x="3528210" y="540085"/>
                </a:lnTo>
                <a:lnTo>
                  <a:pt x="3528210" y="656599"/>
                </a:lnTo>
                <a:lnTo>
                  <a:pt x="3528743" y="656327"/>
                </a:lnTo>
                <a:lnTo>
                  <a:pt x="3528743" y="656599"/>
                </a:lnTo>
                <a:cubicBezTo>
                  <a:pt x="3488274" y="681626"/>
                  <a:pt x="3448871" y="708250"/>
                  <a:pt x="3406273" y="719432"/>
                </a:cubicBezTo>
                <a:cubicBezTo>
                  <a:pt x="3405208" y="715172"/>
                  <a:pt x="3403078" y="711445"/>
                  <a:pt x="3403078" y="707185"/>
                </a:cubicBezTo>
                <a:cubicBezTo>
                  <a:pt x="3430235" y="686951"/>
                  <a:pt x="3492002" y="651807"/>
                  <a:pt x="3496262" y="620391"/>
                </a:cubicBezTo>
                <a:cubicBezTo>
                  <a:pt x="3436624" y="593234"/>
                  <a:pt x="3443547" y="596962"/>
                  <a:pt x="3394026" y="629443"/>
                </a:cubicBezTo>
                <a:cubicBezTo>
                  <a:pt x="3321076" y="652872"/>
                  <a:pt x="3292855" y="661924"/>
                  <a:pt x="3246529" y="710380"/>
                </a:cubicBezTo>
                <a:cubicBezTo>
                  <a:pt x="3242269" y="722627"/>
                  <a:pt x="3238542" y="737536"/>
                  <a:pt x="3235347" y="750848"/>
                </a:cubicBezTo>
                <a:lnTo>
                  <a:pt x="3235347" y="665652"/>
                </a:lnTo>
                <a:cubicBezTo>
                  <a:pt x="3275815" y="624118"/>
                  <a:pt x="3325336" y="599092"/>
                  <a:pt x="3367934" y="560753"/>
                </a:cubicBezTo>
                <a:cubicBezTo>
                  <a:pt x="3368999" y="548506"/>
                  <a:pt x="3368999" y="535726"/>
                  <a:pt x="3370064" y="524544"/>
                </a:cubicBezTo>
                <a:cubicBezTo>
                  <a:pt x="3386039" y="523479"/>
                  <a:pt x="3402545" y="522414"/>
                  <a:pt x="3419585" y="520285"/>
                </a:cubicBezTo>
                <a:cubicBezTo>
                  <a:pt x="3457923" y="476621"/>
                  <a:pt x="3518626" y="380774"/>
                  <a:pt x="3511704" y="329123"/>
                </a:cubicBezTo>
                <a:cubicBezTo>
                  <a:pt x="3474430" y="329123"/>
                  <a:pt x="3438754" y="354150"/>
                  <a:pt x="3411598" y="341370"/>
                </a:cubicBezTo>
                <a:cubicBezTo>
                  <a:pt x="3410532" y="301967"/>
                  <a:pt x="3417455" y="305162"/>
                  <a:pt x="3447806" y="282798"/>
                </a:cubicBezTo>
                <a:close/>
                <a:moveTo>
                  <a:pt x="52315" y="184090"/>
                </a:moveTo>
                <a:cubicBezTo>
                  <a:pt x="64296" y="184023"/>
                  <a:pt x="76676" y="185088"/>
                  <a:pt x="88391" y="188017"/>
                </a:cubicBezTo>
                <a:cubicBezTo>
                  <a:pt x="129925" y="196004"/>
                  <a:pt x="167198" y="221030"/>
                  <a:pt x="158146" y="272682"/>
                </a:cubicBezTo>
                <a:cubicBezTo>
                  <a:pt x="156016" y="288124"/>
                  <a:pt x="149094" y="290254"/>
                  <a:pt x="137912" y="296111"/>
                </a:cubicBezTo>
                <a:cubicBezTo>
                  <a:pt x="125132" y="301436"/>
                  <a:pt x="113950" y="306228"/>
                  <a:pt x="102768" y="308358"/>
                </a:cubicBezTo>
                <a:cubicBezTo>
                  <a:pt x="98508" y="309423"/>
                  <a:pt x="92651" y="309423"/>
                  <a:pt x="88391" y="309423"/>
                </a:cubicBezTo>
                <a:cubicBezTo>
                  <a:pt x="85729" y="309423"/>
                  <a:pt x="83599" y="309423"/>
                  <a:pt x="81469" y="309423"/>
                </a:cubicBezTo>
                <a:cubicBezTo>
                  <a:pt x="75612" y="306228"/>
                  <a:pt x="69754" y="303566"/>
                  <a:pt x="65494" y="299306"/>
                </a:cubicBezTo>
                <a:cubicBezTo>
                  <a:pt x="29286" y="271617"/>
                  <a:pt x="10117" y="229550"/>
                  <a:pt x="18636" y="186952"/>
                </a:cubicBezTo>
                <a:cubicBezTo>
                  <a:pt x="28753" y="185354"/>
                  <a:pt x="40334" y="184156"/>
                  <a:pt x="52315" y="184090"/>
                </a:cubicBezTo>
                <a:close/>
                <a:moveTo>
                  <a:pt x="697548" y="95897"/>
                </a:moveTo>
                <a:cubicBezTo>
                  <a:pt x="698613" y="118261"/>
                  <a:pt x="698613" y="141690"/>
                  <a:pt x="698613" y="166717"/>
                </a:cubicBezTo>
                <a:cubicBezTo>
                  <a:pt x="703938" y="163522"/>
                  <a:pt x="708730" y="160859"/>
                  <a:pt x="712990" y="157665"/>
                </a:cubicBezTo>
                <a:cubicBezTo>
                  <a:pt x="717250" y="154470"/>
                  <a:pt x="721510" y="150210"/>
                  <a:pt x="727367" y="144353"/>
                </a:cubicBezTo>
                <a:cubicBezTo>
                  <a:pt x="727367" y="122521"/>
                  <a:pt x="723107" y="107079"/>
                  <a:pt x="712990" y="99092"/>
                </a:cubicBezTo>
                <a:cubicBezTo>
                  <a:pt x="708198" y="96962"/>
                  <a:pt x="703938" y="95897"/>
                  <a:pt x="697548" y="95897"/>
                </a:cubicBezTo>
                <a:close/>
                <a:moveTo>
                  <a:pt x="1785205" y="42774"/>
                </a:moveTo>
                <a:cubicBezTo>
                  <a:pt x="1804873" y="40852"/>
                  <a:pt x="1812561" y="45445"/>
                  <a:pt x="1825341" y="84183"/>
                </a:cubicBezTo>
                <a:cubicBezTo>
                  <a:pt x="1816289" y="113469"/>
                  <a:pt x="1785937" y="129444"/>
                  <a:pt x="1779015" y="158730"/>
                </a:cubicBezTo>
                <a:cubicBezTo>
                  <a:pt x="1800314" y="148613"/>
                  <a:pt x="1820548" y="141691"/>
                  <a:pt x="1835458" y="118262"/>
                </a:cubicBezTo>
                <a:cubicBezTo>
                  <a:pt x="1858887" y="111339"/>
                  <a:pt x="1892966" y="127314"/>
                  <a:pt x="1895628" y="150211"/>
                </a:cubicBezTo>
                <a:lnTo>
                  <a:pt x="1895628" y="158198"/>
                </a:lnTo>
                <a:cubicBezTo>
                  <a:pt x="1893498" y="168315"/>
                  <a:pt x="1887641" y="179497"/>
                  <a:pt x="1873264" y="191744"/>
                </a:cubicBezTo>
                <a:cubicBezTo>
                  <a:pt x="1795522" y="219433"/>
                  <a:pt x="1708728" y="253512"/>
                  <a:pt x="1646959" y="304097"/>
                </a:cubicBezTo>
                <a:cubicBezTo>
                  <a:pt x="1623530" y="332319"/>
                  <a:pt x="1600633" y="360540"/>
                  <a:pt x="1578269" y="388761"/>
                </a:cubicBezTo>
                <a:cubicBezTo>
                  <a:pt x="1564425" y="398879"/>
                  <a:pt x="1556438" y="404736"/>
                  <a:pt x="1552177" y="408996"/>
                </a:cubicBezTo>
                <a:cubicBezTo>
                  <a:pt x="1544190" y="418048"/>
                  <a:pt x="1543126" y="424438"/>
                  <a:pt x="1536203" y="450529"/>
                </a:cubicBezTo>
                <a:cubicBezTo>
                  <a:pt x="1540996" y="449464"/>
                  <a:pt x="1546320" y="448399"/>
                  <a:pt x="1552177" y="446269"/>
                </a:cubicBezTo>
                <a:cubicBezTo>
                  <a:pt x="1560165" y="443074"/>
                  <a:pt x="1569217" y="438815"/>
                  <a:pt x="1578269" y="432957"/>
                </a:cubicBezTo>
                <a:cubicBezTo>
                  <a:pt x="1645894" y="395684"/>
                  <a:pt x="1747066" y="322734"/>
                  <a:pt x="1765170" y="431892"/>
                </a:cubicBezTo>
                <a:cubicBezTo>
                  <a:pt x="1802444" y="468101"/>
                  <a:pt x="1780080" y="479283"/>
                  <a:pt x="1742807" y="521882"/>
                </a:cubicBezTo>
                <a:cubicBezTo>
                  <a:pt x="1680505" y="573533"/>
                  <a:pt x="1641102" y="655535"/>
                  <a:pt x="1578269" y="711978"/>
                </a:cubicBezTo>
                <a:cubicBezTo>
                  <a:pt x="1570282" y="719965"/>
                  <a:pt x="1561230" y="726355"/>
                  <a:pt x="1552177" y="732212"/>
                </a:cubicBezTo>
                <a:cubicBezTo>
                  <a:pt x="1552177" y="735407"/>
                  <a:pt x="1552177" y="740199"/>
                  <a:pt x="1552177" y="744459"/>
                </a:cubicBezTo>
                <a:cubicBezTo>
                  <a:pt x="1559100" y="744459"/>
                  <a:pt x="1568152" y="741797"/>
                  <a:pt x="1578269" y="737537"/>
                </a:cubicBezTo>
                <a:cubicBezTo>
                  <a:pt x="1624595" y="718900"/>
                  <a:pt x="1705533" y="668847"/>
                  <a:pt x="1734819" y="654470"/>
                </a:cubicBezTo>
                <a:cubicBezTo>
                  <a:pt x="1760378" y="662990"/>
                  <a:pt x="1767300" y="669912"/>
                  <a:pt x="1767300" y="708250"/>
                </a:cubicBezTo>
                <a:cubicBezTo>
                  <a:pt x="1722572" y="744459"/>
                  <a:pt x="1679440" y="774810"/>
                  <a:pt x="1648024" y="823266"/>
                </a:cubicBezTo>
                <a:cubicBezTo>
                  <a:pt x="1648024" y="866929"/>
                  <a:pt x="1683168" y="866929"/>
                  <a:pt x="1726832" y="893021"/>
                </a:cubicBezTo>
                <a:cubicBezTo>
                  <a:pt x="1753988" y="933489"/>
                  <a:pt x="1649089" y="994724"/>
                  <a:pt x="1578269" y="1037323"/>
                </a:cubicBezTo>
                <a:cubicBezTo>
                  <a:pt x="1569217" y="1043180"/>
                  <a:pt x="1560165" y="1048505"/>
                  <a:pt x="1552177" y="1054362"/>
                </a:cubicBezTo>
                <a:cubicBezTo>
                  <a:pt x="1542061" y="1060219"/>
                  <a:pt x="1534606" y="1066077"/>
                  <a:pt x="1528749" y="1070337"/>
                </a:cubicBezTo>
                <a:cubicBezTo>
                  <a:pt x="1524489" y="1079389"/>
                  <a:pt x="1524489" y="1079389"/>
                  <a:pt x="1518631" y="1185352"/>
                </a:cubicBezTo>
                <a:cubicBezTo>
                  <a:pt x="1518631" y="1217833"/>
                  <a:pt x="1520761" y="1250847"/>
                  <a:pt x="1521826" y="1284393"/>
                </a:cubicBezTo>
                <a:cubicBezTo>
                  <a:pt x="1521826" y="1296641"/>
                  <a:pt x="1512774" y="1310485"/>
                  <a:pt x="1499462" y="1313680"/>
                </a:cubicBezTo>
                <a:cubicBezTo>
                  <a:pt x="1444617" y="1265224"/>
                  <a:pt x="1447812" y="1175235"/>
                  <a:pt x="1437694" y="1117727"/>
                </a:cubicBezTo>
                <a:cubicBezTo>
                  <a:pt x="1387109" y="1109740"/>
                  <a:pt x="1384446" y="1111870"/>
                  <a:pt x="1380187" y="1071402"/>
                </a:cubicBezTo>
                <a:cubicBezTo>
                  <a:pt x="1410538" y="1064479"/>
                  <a:pt x="1410538" y="1064479"/>
                  <a:pt x="1437694" y="1051167"/>
                </a:cubicBezTo>
                <a:cubicBezTo>
                  <a:pt x="1451539" y="1021881"/>
                  <a:pt x="1442487" y="936152"/>
                  <a:pt x="1434500" y="916982"/>
                </a:cubicBezTo>
                <a:cubicBezTo>
                  <a:pt x="1383914" y="918047"/>
                  <a:pt x="1327471" y="990465"/>
                  <a:pt x="1285938" y="1011764"/>
                </a:cubicBezTo>
                <a:cubicBezTo>
                  <a:pt x="1239612" y="1064479"/>
                  <a:pt x="1219378" y="1061284"/>
                  <a:pt x="1167727" y="1035193"/>
                </a:cubicBezTo>
                <a:cubicBezTo>
                  <a:pt x="1168792" y="1030933"/>
                  <a:pt x="1169857" y="1027206"/>
                  <a:pt x="1169857" y="1024011"/>
                </a:cubicBezTo>
                <a:cubicBezTo>
                  <a:pt x="1220975" y="1004842"/>
                  <a:pt x="1411070" y="886631"/>
                  <a:pt x="1422253" y="824863"/>
                </a:cubicBezTo>
                <a:cubicBezTo>
                  <a:pt x="1408408" y="822733"/>
                  <a:pt x="1408408" y="822733"/>
                  <a:pt x="1397226" y="814746"/>
                </a:cubicBezTo>
                <a:cubicBezTo>
                  <a:pt x="1397226" y="810486"/>
                  <a:pt x="1397226" y="805694"/>
                  <a:pt x="1397226" y="802499"/>
                </a:cubicBezTo>
                <a:cubicBezTo>
                  <a:pt x="1406278" y="795045"/>
                  <a:pt x="1417460" y="787057"/>
                  <a:pt x="1427577" y="779070"/>
                </a:cubicBezTo>
                <a:cubicBezTo>
                  <a:pt x="1435565" y="760966"/>
                  <a:pt x="1443552" y="703458"/>
                  <a:pt x="1435565" y="692276"/>
                </a:cubicBezTo>
                <a:cubicBezTo>
                  <a:pt x="1378057" y="692276"/>
                  <a:pt x="1354628" y="803564"/>
                  <a:pt x="1289133" y="782265"/>
                </a:cubicBezTo>
                <a:cubicBezTo>
                  <a:pt x="1253989" y="803564"/>
                  <a:pt x="1192221" y="854150"/>
                  <a:pt x="1153883" y="833916"/>
                </a:cubicBezTo>
                <a:cubicBezTo>
                  <a:pt x="1153883" y="824863"/>
                  <a:pt x="1154948" y="816876"/>
                  <a:pt x="1156013" y="808889"/>
                </a:cubicBezTo>
                <a:cubicBezTo>
                  <a:pt x="1188494" y="793447"/>
                  <a:pt x="1216715" y="771615"/>
                  <a:pt x="1263041" y="748186"/>
                </a:cubicBezTo>
                <a:cubicBezTo>
                  <a:pt x="1285405" y="708783"/>
                  <a:pt x="1263041" y="666184"/>
                  <a:pt x="1306704" y="656067"/>
                </a:cubicBezTo>
                <a:cubicBezTo>
                  <a:pt x="1312562" y="662990"/>
                  <a:pt x="1316822" y="669379"/>
                  <a:pt x="1323744" y="676302"/>
                </a:cubicBezTo>
                <a:cubicBezTo>
                  <a:pt x="1436630" y="675237"/>
                  <a:pt x="1438759" y="507505"/>
                  <a:pt x="1440889" y="435620"/>
                </a:cubicBezTo>
                <a:cubicBezTo>
                  <a:pt x="1463254" y="394086"/>
                  <a:pt x="1518099" y="401009"/>
                  <a:pt x="1523956" y="343501"/>
                </a:cubicBezTo>
                <a:cubicBezTo>
                  <a:pt x="1433967" y="356280"/>
                  <a:pt x="1443019" y="445204"/>
                  <a:pt x="1376459" y="458516"/>
                </a:cubicBezTo>
                <a:cubicBezTo>
                  <a:pt x="1366342" y="454256"/>
                  <a:pt x="1357290" y="450529"/>
                  <a:pt x="1348238" y="446269"/>
                </a:cubicBezTo>
                <a:cubicBezTo>
                  <a:pt x="1270496" y="446269"/>
                  <a:pt x="1234287" y="529337"/>
                  <a:pt x="1161337" y="469698"/>
                </a:cubicBezTo>
                <a:cubicBezTo>
                  <a:pt x="1161337" y="466503"/>
                  <a:pt x="1161337" y="462776"/>
                  <a:pt x="1161337" y="459581"/>
                </a:cubicBezTo>
                <a:cubicBezTo>
                  <a:pt x="1269431" y="405801"/>
                  <a:pt x="1269431" y="405801"/>
                  <a:pt x="1337056" y="376514"/>
                </a:cubicBezTo>
                <a:cubicBezTo>
                  <a:pt x="1385511" y="333916"/>
                  <a:pt x="1353030" y="247122"/>
                  <a:pt x="1363147" y="194406"/>
                </a:cubicBezTo>
                <a:cubicBezTo>
                  <a:pt x="1417993" y="193341"/>
                  <a:pt x="1415863" y="282265"/>
                  <a:pt x="1453136" y="312617"/>
                </a:cubicBezTo>
                <a:cubicBezTo>
                  <a:pt x="1485617" y="299305"/>
                  <a:pt x="1518631" y="285460"/>
                  <a:pt x="1552177" y="273213"/>
                </a:cubicBezTo>
                <a:cubicBezTo>
                  <a:pt x="1561230" y="270018"/>
                  <a:pt x="1569217" y="266291"/>
                  <a:pt x="1578269" y="263096"/>
                </a:cubicBezTo>
                <a:cubicBezTo>
                  <a:pt x="1584126" y="260434"/>
                  <a:pt x="1590516" y="258304"/>
                  <a:pt x="1596374" y="256174"/>
                </a:cubicBezTo>
                <a:cubicBezTo>
                  <a:pt x="1649622" y="190147"/>
                  <a:pt x="1705533" y="112404"/>
                  <a:pt x="1760911" y="45844"/>
                </a:cubicBezTo>
                <a:cubicBezTo>
                  <a:pt x="1770762" y="44779"/>
                  <a:pt x="1778649" y="43415"/>
                  <a:pt x="1785205" y="42774"/>
                </a:cubicBezTo>
                <a:close/>
                <a:moveTo>
                  <a:pt x="677122" y="5334"/>
                </a:moveTo>
                <a:cubicBezTo>
                  <a:pt x="695418" y="7505"/>
                  <a:pt x="706600" y="24278"/>
                  <a:pt x="708198" y="55428"/>
                </a:cubicBezTo>
                <a:cubicBezTo>
                  <a:pt x="710328" y="55428"/>
                  <a:pt x="711393" y="55428"/>
                  <a:pt x="712458" y="55428"/>
                </a:cubicBezTo>
                <a:cubicBezTo>
                  <a:pt x="749731" y="57558"/>
                  <a:pt x="810434" y="104949"/>
                  <a:pt x="836526" y="143288"/>
                </a:cubicBezTo>
                <a:cubicBezTo>
                  <a:pt x="831733" y="191743"/>
                  <a:pt x="761978" y="242329"/>
                  <a:pt x="712458" y="269485"/>
                </a:cubicBezTo>
                <a:cubicBezTo>
                  <a:pt x="703406" y="273745"/>
                  <a:pt x="697016" y="277472"/>
                  <a:pt x="690094" y="280667"/>
                </a:cubicBezTo>
                <a:cubicBezTo>
                  <a:pt x="638443" y="327526"/>
                  <a:pt x="659742" y="366929"/>
                  <a:pt x="668794" y="420177"/>
                </a:cubicBezTo>
                <a:cubicBezTo>
                  <a:pt x="670924" y="428164"/>
                  <a:pt x="670924" y="429229"/>
                  <a:pt x="666664" y="435086"/>
                </a:cubicBezTo>
                <a:cubicBezTo>
                  <a:pt x="665599" y="437749"/>
                  <a:pt x="663470" y="439879"/>
                  <a:pt x="662405" y="440944"/>
                </a:cubicBezTo>
                <a:cubicBezTo>
                  <a:pt x="645898" y="465438"/>
                  <a:pt x="624599" y="494724"/>
                  <a:pt x="608624" y="524011"/>
                </a:cubicBezTo>
                <a:cubicBezTo>
                  <a:pt x="596377" y="546375"/>
                  <a:pt x="585195" y="569271"/>
                  <a:pt x="579338" y="591636"/>
                </a:cubicBezTo>
                <a:cubicBezTo>
                  <a:pt x="589455" y="584713"/>
                  <a:pt x="598507" y="577259"/>
                  <a:pt x="608624" y="570336"/>
                </a:cubicBezTo>
                <a:cubicBezTo>
                  <a:pt x="640573" y="545310"/>
                  <a:pt x="674119" y="521881"/>
                  <a:pt x="712458" y="512829"/>
                </a:cubicBezTo>
                <a:cubicBezTo>
                  <a:pt x="713523" y="511764"/>
                  <a:pt x="714588" y="511764"/>
                  <a:pt x="716718" y="511764"/>
                </a:cubicBezTo>
                <a:cubicBezTo>
                  <a:pt x="743874" y="531998"/>
                  <a:pt x="731627" y="555959"/>
                  <a:pt x="712458" y="579389"/>
                </a:cubicBezTo>
                <a:cubicBezTo>
                  <a:pt x="693288" y="603350"/>
                  <a:pt x="666664" y="626779"/>
                  <a:pt x="660807" y="645949"/>
                </a:cubicBezTo>
                <a:cubicBezTo>
                  <a:pt x="666132" y="664053"/>
                  <a:pt x="697548" y="660858"/>
                  <a:pt x="704471" y="713573"/>
                </a:cubicBezTo>
                <a:cubicBezTo>
                  <a:pt x="667729" y="863200"/>
                  <a:pt x="684236" y="1013360"/>
                  <a:pt x="710328" y="1175233"/>
                </a:cubicBezTo>
                <a:cubicBezTo>
                  <a:pt x="702341" y="1210910"/>
                  <a:pt x="652820" y="1217832"/>
                  <a:pt x="625663" y="1217832"/>
                </a:cubicBezTo>
                <a:cubicBezTo>
                  <a:pt x="619806" y="1213040"/>
                  <a:pt x="614481" y="1207715"/>
                  <a:pt x="608624" y="1200792"/>
                </a:cubicBezTo>
                <a:cubicBezTo>
                  <a:pt x="581468" y="1169376"/>
                  <a:pt x="558038" y="1116661"/>
                  <a:pt x="561233" y="1090569"/>
                </a:cubicBezTo>
                <a:cubicBezTo>
                  <a:pt x="592650" y="1103349"/>
                  <a:pt x="594247" y="1104414"/>
                  <a:pt x="608624" y="1105479"/>
                </a:cubicBezTo>
                <a:cubicBezTo>
                  <a:pt x="608624" y="1105479"/>
                  <a:pt x="609689" y="1105479"/>
                  <a:pt x="610754" y="1105479"/>
                </a:cubicBezTo>
                <a:cubicBezTo>
                  <a:pt x="620871" y="1076192"/>
                  <a:pt x="617676" y="1029866"/>
                  <a:pt x="608624" y="1008567"/>
                </a:cubicBezTo>
                <a:cubicBezTo>
                  <a:pt x="607559" y="1007502"/>
                  <a:pt x="606494" y="1006437"/>
                  <a:pt x="606494" y="1005372"/>
                </a:cubicBezTo>
                <a:cubicBezTo>
                  <a:pt x="572948" y="994190"/>
                  <a:pt x="567091" y="994190"/>
                  <a:pt x="555909" y="972891"/>
                </a:cubicBezTo>
                <a:cubicBezTo>
                  <a:pt x="551649" y="972891"/>
                  <a:pt x="546856" y="972891"/>
                  <a:pt x="543662" y="973956"/>
                </a:cubicBezTo>
                <a:cubicBezTo>
                  <a:pt x="534609" y="995255"/>
                  <a:pt x="531947" y="1026672"/>
                  <a:pt x="518635" y="1072997"/>
                </a:cubicBezTo>
                <a:cubicBezTo>
                  <a:pt x="514375" y="1104946"/>
                  <a:pt x="518635" y="1256703"/>
                  <a:pt x="449945" y="1246586"/>
                </a:cubicBezTo>
                <a:cubicBezTo>
                  <a:pt x="417464" y="1219429"/>
                  <a:pt x="420659" y="1221559"/>
                  <a:pt x="419594" y="1188013"/>
                </a:cubicBezTo>
                <a:cubicBezTo>
                  <a:pt x="441958" y="1074062"/>
                  <a:pt x="465387" y="975021"/>
                  <a:pt x="500531" y="866928"/>
                </a:cubicBezTo>
                <a:cubicBezTo>
                  <a:pt x="503726" y="815277"/>
                  <a:pt x="529817" y="776939"/>
                  <a:pt x="542064" y="734340"/>
                </a:cubicBezTo>
                <a:cubicBezTo>
                  <a:pt x="499998" y="734340"/>
                  <a:pt x="463257" y="778536"/>
                  <a:pt x="438230" y="730080"/>
                </a:cubicBezTo>
                <a:cubicBezTo>
                  <a:pt x="438230" y="723158"/>
                  <a:pt x="438230" y="716768"/>
                  <a:pt x="439296" y="709846"/>
                </a:cubicBezTo>
                <a:cubicBezTo>
                  <a:pt x="497868" y="644351"/>
                  <a:pt x="505855" y="583648"/>
                  <a:pt x="487751" y="504841"/>
                </a:cubicBezTo>
                <a:cubicBezTo>
                  <a:pt x="486686" y="498984"/>
                  <a:pt x="492543" y="492062"/>
                  <a:pt x="494673" y="487802"/>
                </a:cubicBezTo>
                <a:cubicBezTo>
                  <a:pt x="508518" y="462775"/>
                  <a:pt x="528752" y="433489"/>
                  <a:pt x="520765" y="410060"/>
                </a:cubicBezTo>
                <a:cubicBezTo>
                  <a:pt x="481361" y="410060"/>
                  <a:pt x="436633" y="468633"/>
                  <a:pt x="410542" y="492062"/>
                </a:cubicBezTo>
                <a:cubicBezTo>
                  <a:pt x="350904" y="535725"/>
                  <a:pt x="344514" y="545842"/>
                  <a:pt x="317358" y="562882"/>
                </a:cubicBezTo>
                <a:cubicBezTo>
                  <a:pt x="230563" y="587908"/>
                  <a:pt x="229498" y="586843"/>
                  <a:pt x="217251" y="666715"/>
                </a:cubicBezTo>
                <a:cubicBezTo>
                  <a:pt x="223109" y="787056"/>
                  <a:pt x="199147" y="934553"/>
                  <a:pt x="155484" y="1054893"/>
                </a:cubicBezTo>
                <a:cubicBezTo>
                  <a:pt x="148561" y="1096959"/>
                  <a:pt x="143237" y="1138492"/>
                  <a:pt x="136314" y="1180026"/>
                </a:cubicBezTo>
                <a:cubicBezTo>
                  <a:pt x="136314" y="1218897"/>
                  <a:pt x="147496" y="1292379"/>
                  <a:pt x="100106" y="1312613"/>
                </a:cubicBezTo>
                <a:cubicBezTo>
                  <a:pt x="95846" y="1309951"/>
                  <a:pt x="91054" y="1307821"/>
                  <a:pt x="87859" y="1305691"/>
                </a:cubicBezTo>
                <a:cubicBezTo>
                  <a:pt x="58572" y="1289717"/>
                  <a:pt x="38338" y="1276405"/>
                  <a:pt x="21299" y="1256170"/>
                </a:cubicBezTo>
                <a:cubicBezTo>
                  <a:pt x="9052" y="1192805"/>
                  <a:pt x="9052" y="1192805"/>
                  <a:pt x="1064" y="1121985"/>
                </a:cubicBezTo>
                <a:cubicBezTo>
                  <a:pt x="1064" y="1084179"/>
                  <a:pt x="2129" y="1045841"/>
                  <a:pt x="2129" y="1009632"/>
                </a:cubicBezTo>
                <a:cubicBezTo>
                  <a:pt x="4259" y="937215"/>
                  <a:pt x="5324" y="866395"/>
                  <a:pt x="6389" y="796640"/>
                </a:cubicBezTo>
                <a:cubicBezTo>
                  <a:pt x="5324" y="770549"/>
                  <a:pt x="5324" y="744990"/>
                  <a:pt x="4259" y="718898"/>
                </a:cubicBezTo>
                <a:cubicBezTo>
                  <a:pt x="2129" y="692807"/>
                  <a:pt x="0" y="666183"/>
                  <a:pt x="0" y="639026"/>
                </a:cubicBezTo>
                <a:lnTo>
                  <a:pt x="0" y="632104"/>
                </a:lnTo>
                <a:cubicBezTo>
                  <a:pt x="0" y="576726"/>
                  <a:pt x="12779" y="526141"/>
                  <a:pt x="65495" y="504841"/>
                </a:cubicBezTo>
                <a:cubicBezTo>
                  <a:pt x="76677" y="510166"/>
                  <a:pt x="82001" y="521881"/>
                  <a:pt x="87859" y="536258"/>
                </a:cubicBezTo>
                <a:cubicBezTo>
                  <a:pt x="95846" y="559687"/>
                  <a:pt x="100106" y="590038"/>
                  <a:pt x="116080" y="617195"/>
                </a:cubicBezTo>
                <a:cubicBezTo>
                  <a:pt x="177848" y="637429"/>
                  <a:pt x="144302" y="715171"/>
                  <a:pt x="144302" y="775874"/>
                </a:cubicBezTo>
                <a:cubicBezTo>
                  <a:pt x="157614" y="754574"/>
                  <a:pt x="162406" y="724223"/>
                  <a:pt x="165601" y="702924"/>
                </a:cubicBezTo>
                <a:cubicBezTo>
                  <a:pt x="173588" y="601220"/>
                  <a:pt x="165601" y="565544"/>
                  <a:pt x="223109" y="498984"/>
                </a:cubicBezTo>
                <a:cubicBezTo>
                  <a:pt x="258252" y="476087"/>
                  <a:pt x="313098" y="445736"/>
                  <a:pt x="339189" y="424437"/>
                </a:cubicBezTo>
                <a:cubicBezTo>
                  <a:pt x="521830" y="322733"/>
                  <a:pt x="521830" y="322733"/>
                  <a:pt x="536207" y="310486"/>
                </a:cubicBezTo>
                <a:cubicBezTo>
                  <a:pt x="577740" y="245524"/>
                  <a:pt x="584130" y="161924"/>
                  <a:pt x="609157" y="91105"/>
                </a:cubicBezTo>
                <a:cubicBezTo>
                  <a:pt x="619274" y="60753"/>
                  <a:pt x="634183" y="31467"/>
                  <a:pt x="656547" y="8038"/>
                </a:cubicBezTo>
                <a:cubicBezTo>
                  <a:pt x="664135" y="5509"/>
                  <a:pt x="671024" y="4610"/>
                  <a:pt x="677122" y="5334"/>
                </a:cubicBezTo>
                <a:close/>
                <a:moveTo>
                  <a:pt x="3645157" y="983"/>
                </a:moveTo>
                <a:cubicBezTo>
                  <a:pt x="3663860" y="4710"/>
                  <a:pt x="3686358" y="18421"/>
                  <a:pt x="3704994" y="31467"/>
                </a:cubicBezTo>
                <a:cubicBezTo>
                  <a:pt x="3740138" y="88975"/>
                  <a:pt x="3691682" y="112404"/>
                  <a:pt x="3640564" y="159795"/>
                </a:cubicBezTo>
                <a:cubicBezTo>
                  <a:pt x="3611278" y="197068"/>
                  <a:pt x="3580926" y="237537"/>
                  <a:pt x="3543652" y="268953"/>
                </a:cubicBezTo>
                <a:cubicBezTo>
                  <a:pt x="3543652" y="271083"/>
                  <a:pt x="3544718" y="275875"/>
                  <a:pt x="3544718" y="279070"/>
                </a:cubicBezTo>
                <a:cubicBezTo>
                  <a:pt x="3595303" y="289187"/>
                  <a:pt x="3619265" y="274810"/>
                  <a:pt x="3621394" y="334448"/>
                </a:cubicBezTo>
                <a:cubicBezTo>
                  <a:pt x="3606485" y="359475"/>
                  <a:pt x="3580926" y="382904"/>
                  <a:pt x="3587849" y="419112"/>
                </a:cubicBezTo>
                <a:cubicBezTo>
                  <a:pt x="3663460" y="393021"/>
                  <a:pt x="3731086" y="354682"/>
                  <a:pt x="3812022" y="414853"/>
                </a:cubicBezTo>
                <a:cubicBezTo>
                  <a:pt x="3812022" y="416450"/>
                  <a:pt x="3812022" y="419112"/>
                  <a:pt x="3812022" y="421242"/>
                </a:cubicBezTo>
                <a:lnTo>
                  <a:pt x="3812022" y="443606"/>
                </a:lnTo>
                <a:cubicBezTo>
                  <a:pt x="3804035" y="511232"/>
                  <a:pt x="3718306" y="538389"/>
                  <a:pt x="3680500" y="594299"/>
                </a:cubicBezTo>
                <a:cubicBezTo>
                  <a:pt x="3671448" y="598559"/>
                  <a:pt x="3662396" y="604416"/>
                  <a:pt x="3654409" y="611339"/>
                </a:cubicBezTo>
                <a:cubicBezTo>
                  <a:pt x="3631245" y="611871"/>
                  <a:pt x="3609547" y="617462"/>
                  <a:pt x="3588713" y="625782"/>
                </a:cubicBezTo>
                <a:lnTo>
                  <a:pt x="3528743" y="656327"/>
                </a:lnTo>
                <a:lnTo>
                  <a:pt x="3528743" y="539454"/>
                </a:lnTo>
                <a:lnTo>
                  <a:pt x="3528210" y="540085"/>
                </a:lnTo>
                <a:lnTo>
                  <a:pt x="3528210" y="539454"/>
                </a:lnTo>
                <a:cubicBezTo>
                  <a:pt x="3539393" y="525077"/>
                  <a:pt x="3549510" y="514427"/>
                  <a:pt x="3607018" y="543714"/>
                </a:cubicBezTo>
                <a:cubicBezTo>
                  <a:pt x="3662396" y="536791"/>
                  <a:pt x="3687954" y="488336"/>
                  <a:pt x="3715111" y="446801"/>
                </a:cubicBezTo>
                <a:cubicBezTo>
                  <a:pt x="3702864" y="404203"/>
                  <a:pt x="3566549" y="469165"/>
                  <a:pt x="3537263" y="475024"/>
                </a:cubicBezTo>
                <a:lnTo>
                  <a:pt x="3528743" y="483543"/>
                </a:lnTo>
                <a:lnTo>
                  <a:pt x="3528743" y="193873"/>
                </a:lnTo>
                <a:lnTo>
                  <a:pt x="3528210" y="194459"/>
                </a:lnTo>
                <a:lnTo>
                  <a:pt x="3528210" y="193873"/>
                </a:lnTo>
                <a:cubicBezTo>
                  <a:pt x="3574537" y="146483"/>
                  <a:pt x="3615005" y="96962"/>
                  <a:pt x="3608082" y="30402"/>
                </a:cubicBezTo>
                <a:cubicBezTo>
                  <a:pt x="3611543" y="3512"/>
                  <a:pt x="3626453" y="-2745"/>
                  <a:pt x="3645157" y="983"/>
                </a:cubicBezTo>
                <a:close/>
              </a:path>
            </a:pathLst>
          </a:custGeom>
          <a:solidFill>
            <a:srgbClr val="81308C"/>
          </a:solidFill>
          <a:ln w="0">
            <a:noFill/>
          </a:ln>
        </p:spPr>
      </p:sp>
      <p:sp>
        <p:nvSpPr>
          <p:cNvPr id="7" name="original-template-logo-1"/>
          <p:cNvSpPr>
            <a:spLocks noGrp="1"/>
          </p:cNvSpPr>
          <p:nvPr/>
        </p:nvSpPr>
        <p:spPr>
          <a:xfrm>
            <a:off x="10622756" y="764953"/>
            <a:ext cx="1272159" cy="128302"/>
          </a:xfrm>
          <a:custGeom>
            <a:avLst/>
            <a:gdLst/>
            <a:ahLst/>
            <a:cxnLst/>
            <a:pathLst>
              <a:path w="3817880" h="420659">
                <a:moveTo>
                  <a:pt x="2873364" y="329175"/>
                </a:moveTo>
                <a:lnTo>
                  <a:pt x="2873364" y="302019"/>
                </a:lnTo>
                <a:cubicBezTo>
                  <a:pt x="2879221" y="303084"/>
                  <a:pt x="2885611" y="304149"/>
                  <a:pt x="2893598" y="304149"/>
                </a:cubicBezTo>
                <a:cubicBezTo>
                  <a:pt x="2903715" y="304149"/>
                  <a:pt x="2914898" y="302019"/>
                  <a:pt x="2926080" y="298291"/>
                </a:cubicBezTo>
                <a:cubicBezTo>
                  <a:pt x="2937262" y="294031"/>
                  <a:pt x="2949509" y="287109"/>
                  <a:pt x="2962288" y="278057"/>
                </a:cubicBezTo>
                <a:lnTo>
                  <a:pt x="2962288" y="303084"/>
                </a:lnTo>
                <a:cubicBezTo>
                  <a:pt x="2950041" y="312136"/>
                  <a:pt x="2936197" y="317993"/>
                  <a:pt x="2921820" y="322253"/>
                </a:cubicBezTo>
                <a:cubicBezTo>
                  <a:pt x="2908508" y="326513"/>
                  <a:pt x="2893598" y="329175"/>
                  <a:pt x="2880286" y="329175"/>
                </a:cubicBezTo>
                <a:cubicBezTo>
                  <a:pt x="2877624" y="329175"/>
                  <a:pt x="2875494" y="329175"/>
                  <a:pt x="2873364" y="329175"/>
                </a:cubicBezTo>
                <a:lnTo>
                  <a:pt x="2873364" y="329175"/>
                </a:lnTo>
                <a:close/>
                <a:moveTo>
                  <a:pt x="2873364" y="209367"/>
                </a:moveTo>
                <a:lnTo>
                  <a:pt x="2873364" y="191263"/>
                </a:lnTo>
                <a:lnTo>
                  <a:pt x="2922885" y="191263"/>
                </a:lnTo>
                <a:lnTo>
                  <a:pt x="2922885" y="184341"/>
                </a:lnTo>
                <a:cubicBezTo>
                  <a:pt x="2922885" y="166236"/>
                  <a:pt x="2919690" y="152924"/>
                  <a:pt x="2911703" y="143872"/>
                </a:cubicBezTo>
                <a:cubicBezTo>
                  <a:pt x="2903715" y="133755"/>
                  <a:pt x="2892533" y="128963"/>
                  <a:pt x="2878156" y="128963"/>
                </a:cubicBezTo>
                <a:cubicBezTo>
                  <a:pt x="2876027" y="128963"/>
                  <a:pt x="2874962" y="128963"/>
                  <a:pt x="2873897" y="128963"/>
                </a:cubicBezTo>
                <a:lnTo>
                  <a:pt x="2873897" y="109794"/>
                </a:lnTo>
                <a:cubicBezTo>
                  <a:pt x="2877091" y="109794"/>
                  <a:pt x="2880819" y="108729"/>
                  <a:pt x="2884014" y="108729"/>
                </a:cubicBezTo>
                <a:cubicBezTo>
                  <a:pt x="2909040" y="108729"/>
                  <a:pt x="2927677" y="116716"/>
                  <a:pt x="2941522" y="132158"/>
                </a:cubicBezTo>
                <a:cubicBezTo>
                  <a:pt x="2956431" y="148132"/>
                  <a:pt x="2962821" y="169431"/>
                  <a:pt x="2962821" y="194990"/>
                </a:cubicBezTo>
                <a:cubicBezTo>
                  <a:pt x="2962821" y="198185"/>
                  <a:pt x="2962821" y="201912"/>
                  <a:pt x="2962821" y="202978"/>
                </a:cubicBezTo>
                <a:cubicBezTo>
                  <a:pt x="2962821" y="205107"/>
                  <a:pt x="2962821" y="207237"/>
                  <a:pt x="2962821" y="208835"/>
                </a:cubicBezTo>
                <a:lnTo>
                  <a:pt x="2873364" y="208835"/>
                </a:lnTo>
                <a:lnTo>
                  <a:pt x="2873364" y="209367"/>
                </a:lnTo>
                <a:close/>
                <a:moveTo>
                  <a:pt x="2994770" y="325448"/>
                </a:moveTo>
                <a:lnTo>
                  <a:pt x="2994770" y="309473"/>
                </a:lnTo>
                <a:lnTo>
                  <a:pt x="3017134" y="307343"/>
                </a:lnTo>
                <a:lnTo>
                  <a:pt x="3025121" y="299356"/>
                </a:lnTo>
                <a:lnTo>
                  <a:pt x="3025121" y="141742"/>
                </a:lnTo>
                <a:lnTo>
                  <a:pt x="2994770" y="141742"/>
                </a:lnTo>
                <a:lnTo>
                  <a:pt x="2994770" y="127365"/>
                </a:lnTo>
                <a:lnTo>
                  <a:pt x="3045355" y="112456"/>
                </a:lnTo>
                <a:lnTo>
                  <a:pt x="3062395" y="112456"/>
                </a:lnTo>
                <a:lnTo>
                  <a:pt x="3062395" y="152924"/>
                </a:lnTo>
                <a:cubicBezTo>
                  <a:pt x="3069317" y="146002"/>
                  <a:pt x="3077304" y="138015"/>
                  <a:pt x="3083694" y="131625"/>
                </a:cubicBezTo>
                <a:cubicBezTo>
                  <a:pt x="3091681" y="124703"/>
                  <a:pt x="3100733" y="116716"/>
                  <a:pt x="3108720" y="110326"/>
                </a:cubicBezTo>
                <a:cubicBezTo>
                  <a:pt x="3109785" y="110326"/>
                  <a:pt x="3111915" y="110326"/>
                  <a:pt x="3112980" y="110326"/>
                </a:cubicBezTo>
                <a:cubicBezTo>
                  <a:pt x="3114045" y="110326"/>
                  <a:pt x="3116175" y="109261"/>
                  <a:pt x="3119902" y="109261"/>
                </a:cubicBezTo>
                <a:cubicBezTo>
                  <a:pt x="3124162" y="109261"/>
                  <a:pt x="3128955" y="110326"/>
                  <a:pt x="3132149" y="111391"/>
                </a:cubicBezTo>
                <a:cubicBezTo>
                  <a:pt x="3136409" y="112456"/>
                  <a:pt x="3141202" y="113521"/>
                  <a:pt x="3145461" y="115651"/>
                </a:cubicBezTo>
                <a:lnTo>
                  <a:pt x="3145461" y="152924"/>
                </a:lnTo>
                <a:lnTo>
                  <a:pt x="3132149" y="152924"/>
                </a:lnTo>
                <a:cubicBezTo>
                  <a:pt x="3128955" y="149730"/>
                  <a:pt x="3125227" y="147067"/>
                  <a:pt x="3122032" y="144937"/>
                </a:cubicBezTo>
                <a:cubicBezTo>
                  <a:pt x="3118837" y="143872"/>
                  <a:pt x="3114045" y="142807"/>
                  <a:pt x="3109785" y="142807"/>
                </a:cubicBezTo>
                <a:cubicBezTo>
                  <a:pt x="3102863" y="142807"/>
                  <a:pt x="3094876" y="144937"/>
                  <a:pt x="3087421" y="150794"/>
                </a:cubicBezTo>
                <a:cubicBezTo>
                  <a:pt x="3079434" y="155054"/>
                  <a:pt x="3071446" y="163042"/>
                  <a:pt x="3062395" y="174223"/>
                </a:cubicBezTo>
                <a:lnTo>
                  <a:pt x="3062395" y="299356"/>
                </a:lnTo>
                <a:lnTo>
                  <a:pt x="3069317" y="307343"/>
                </a:lnTo>
                <a:lnTo>
                  <a:pt x="3099668" y="309473"/>
                </a:lnTo>
                <a:lnTo>
                  <a:pt x="3099668" y="325448"/>
                </a:lnTo>
                <a:lnTo>
                  <a:pt x="2994770" y="325448"/>
                </a:lnTo>
                <a:lnTo>
                  <a:pt x="2994770" y="325448"/>
                </a:lnTo>
                <a:close/>
                <a:moveTo>
                  <a:pt x="3299880" y="119378"/>
                </a:moveTo>
                <a:lnTo>
                  <a:pt x="3299880" y="168899"/>
                </a:lnTo>
                <a:lnTo>
                  <a:pt x="3277516" y="168899"/>
                </a:lnTo>
                <a:lnTo>
                  <a:pt x="3274322" y="138547"/>
                </a:lnTo>
                <a:cubicBezTo>
                  <a:pt x="3268464" y="135353"/>
                  <a:pt x="3263139" y="132690"/>
                  <a:pt x="3257282" y="130560"/>
                </a:cubicBezTo>
                <a:cubicBezTo>
                  <a:pt x="3253022" y="129495"/>
                  <a:pt x="3247165" y="128430"/>
                  <a:pt x="3241308" y="128430"/>
                </a:cubicBezTo>
                <a:cubicBezTo>
                  <a:pt x="3230126" y="128430"/>
                  <a:pt x="3221074" y="131625"/>
                  <a:pt x="3215216" y="137482"/>
                </a:cubicBezTo>
                <a:cubicBezTo>
                  <a:pt x="3208294" y="143340"/>
                  <a:pt x="3205099" y="149730"/>
                  <a:pt x="3205099" y="159847"/>
                </a:cubicBezTo>
                <a:cubicBezTo>
                  <a:pt x="3205099" y="168899"/>
                  <a:pt x="3207229" y="175821"/>
                  <a:pt x="3213086" y="181146"/>
                </a:cubicBezTo>
                <a:cubicBezTo>
                  <a:pt x="3218943" y="187003"/>
                  <a:pt x="3227463" y="192328"/>
                  <a:pt x="3242373" y="200315"/>
                </a:cubicBezTo>
                <a:cubicBezTo>
                  <a:pt x="3244502" y="201380"/>
                  <a:pt x="3248230" y="202445"/>
                  <a:pt x="3253555" y="204575"/>
                </a:cubicBezTo>
                <a:cubicBezTo>
                  <a:pt x="3269529" y="212562"/>
                  <a:pt x="3281776" y="218952"/>
                  <a:pt x="3288699" y="224809"/>
                </a:cubicBezTo>
                <a:cubicBezTo>
                  <a:pt x="3294556" y="229069"/>
                  <a:pt x="3298815" y="234926"/>
                  <a:pt x="3300946" y="241848"/>
                </a:cubicBezTo>
                <a:cubicBezTo>
                  <a:pt x="3304140" y="247706"/>
                  <a:pt x="3305205" y="255160"/>
                  <a:pt x="3305205" y="263148"/>
                </a:cubicBezTo>
                <a:cubicBezTo>
                  <a:pt x="3305205" y="283382"/>
                  <a:pt x="3298283" y="299356"/>
                  <a:pt x="3283906" y="311603"/>
                </a:cubicBezTo>
                <a:cubicBezTo>
                  <a:pt x="3269529" y="322785"/>
                  <a:pt x="3248763" y="328643"/>
                  <a:pt x="3223203" y="328643"/>
                </a:cubicBezTo>
                <a:cubicBezTo>
                  <a:pt x="3213086" y="328643"/>
                  <a:pt x="3202969" y="327578"/>
                  <a:pt x="3193917" y="326513"/>
                </a:cubicBezTo>
                <a:cubicBezTo>
                  <a:pt x="3183800" y="325448"/>
                  <a:pt x="3174748" y="323318"/>
                  <a:pt x="3166761" y="319591"/>
                </a:cubicBezTo>
                <a:lnTo>
                  <a:pt x="3166761" y="262083"/>
                </a:lnTo>
                <a:lnTo>
                  <a:pt x="3188060" y="262083"/>
                </a:lnTo>
                <a:lnTo>
                  <a:pt x="3192319" y="299356"/>
                </a:lnTo>
                <a:cubicBezTo>
                  <a:pt x="3199242" y="303616"/>
                  <a:pt x="3204566" y="306279"/>
                  <a:pt x="3211489" y="307343"/>
                </a:cubicBezTo>
                <a:cubicBezTo>
                  <a:pt x="3217346" y="309473"/>
                  <a:pt x="3223736" y="310538"/>
                  <a:pt x="3229593" y="310538"/>
                </a:cubicBezTo>
                <a:cubicBezTo>
                  <a:pt x="3241840" y="310538"/>
                  <a:pt x="3251957" y="307343"/>
                  <a:pt x="3259944" y="300421"/>
                </a:cubicBezTo>
                <a:cubicBezTo>
                  <a:pt x="3267932" y="293499"/>
                  <a:pt x="3271126" y="285512"/>
                  <a:pt x="3271126" y="274330"/>
                </a:cubicBezTo>
                <a:cubicBezTo>
                  <a:pt x="3271126" y="265278"/>
                  <a:pt x="3268997" y="258355"/>
                  <a:pt x="3263139" y="253031"/>
                </a:cubicBezTo>
                <a:cubicBezTo>
                  <a:pt x="3257282" y="247173"/>
                  <a:pt x="3246100" y="239719"/>
                  <a:pt x="3225866" y="230666"/>
                </a:cubicBezTo>
                <a:cubicBezTo>
                  <a:pt x="3204566" y="221614"/>
                  <a:pt x="3189657" y="211497"/>
                  <a:pt x="3182203" y="203510"/>
                </a:cubicBezTo>
                <a:cubicBezTo>
                  <a:pt x="3173150" y="194458"/>
                  <a:pt x="3169955" y="183276"/>
                  <a:pt x="3169955" y="171029"/>
                </a:cubicBezTo>
                <a:cubicBezTo>
                  <a:pt x="3169955" y="151859"/>
                  <a:pt x="3176878" y="135885"/>
                  <a:pt x="3190190" y="125768"/>
                </a:cubicBezTo>
                <a:cubicBezTo>
                  <a:pt x="3203502" y="114586"/>
                  <a:pt x="3222671" y="108729"/>
                  <a:pt x="3247698" y="108729"/>
                </a:cubicBezTo>
                <a:cubicBezTo>
                  <a:pt x="3257814" y="108729"/>
                  <a:pt x="3266867" y="109794"/>
                  <a:pt x="3274854" y="111923"/>
                </a:cubicBezTo>
                <a:cubicBezTo>
                  <a:pt x="3283906" y="114053"/>
                  <a:pt x="3291893" y="116183"/>
                  <a:pt x="3299880" y="119378"/>
                </a:cubicBezTo>
                <a:lnTo>
                  <a:pt x="3299880" y="119378"/>
                </a:lnTo>
                <a:close/>
                <a:moveTo>
                  <a:pt x="3389870" y="112988"/>
                </a:moveTo>
                <a:lnTo>
                  <a:pt x="3406909" y="112988"/>
                </a:lnTo>
                <a:lnTo>
                  <a:pt x="3406909" y="299889"/>
                </a:lnTo>
                <a:lnTo>
                  <a:pt x="3413831" y="307876"/>
                </a:lnTo>
                <a:lnTo>
                  <a:pt x="3437261" y="310006"/>
                </a:lnTo>
                <a:lnTo>
                  <a:pt x="3437261" y="325980"/>
                </a:lnTo>
                <a:lnTo>
                  <a:pt x="3339284" y="325980"/>
                </a:lnTo>
                <a:lnTo>
                  <a:pt x="3339284" y="310006"/>
                </a:lnTo>
                <a:lnTo>
                  <a:pt x="3361648" y="307876"/>
                </a:lnTo>
                <a:lnTo>
                  <a:pt x="3369635" y="299889"/>
                </a:lnTo>
                <a:lnTo>
                  <a:pt x="3369635" y="142275"/>
                </a:lnTo>
                <a:lnTo>
                  <a:pt x="3339284" y="142275"/>
                </a:lnTo>
                <a:lnTo>
                  <a:pt x="3339284" y="127365"/>
                </a:lnTo>
                <a:lnTo>
                  <a:pt x="3389870" y="112988"/>
                </a:lnTo>
                <a:lnTo>
                  <a:pt x="3389870" y="112988"/>
                </a:lnTo>
                <a:close/>
                <a:moveTo>
                  <a:pt x="3390934" y="15012"/>
                </a:moveTo>
                <a:cubicBezTo>
                  <a:pt x="3398922" y="15012"/>
                  <a:pt x="3404246" y="17142"/>
                  <a:pt x="3409039" y="22999"/>
                </a:cubicBezTo>
                <a:cubicBezTo>
                  <a:pt x="3414896" y="27259"/>
                  <a:pt x="3417026" y="33116"/>
                  <a:pt x="3417026" y="41104"/>
                </a:cubicBezTo>
                <a:cubicBezTo>
                  <a:pt x="3417026" y="48026"/>
                  <a:pt x="3414896" y="53351"/>
                  <a:pt x="3409039" y="58143"/>
                </a:cubicBezTo>
                <a:cubicBezTo>
                  <a:pt x="3404779" y="64000"/>
                  <a:pt x="3398922" y="66130"/>
                  <a:pt x="3390934" y="66130"/>
                </a:cubicBezTo>
                <a:cubicBezTo>
                  <a:pt x="3384013" y="66130"/>
                  <a:pt x="3378688" y="64000"/>
                  <a:pt x="3372830" y="58143"/>
                </a:cubicBezTo>
                <a:cubicBezTo>
                  <a:pt x="3368571" y="53883"/>
                  <a:pt x="3365908" y="48026"/>
                  <a:pt x="3365908" y="41104"/>
                </a:cubicBezTo>
                <a:cubicBezTo>
                  <a:pt x="3365908" y="33116"/>
                  <a:pt x="3368038" y="27792"/>
                  <a:pt x="3372830" y="22999"/>
                </a:cubicBezTo>
                <a:cubicBezTo>
                  <a:pt x="3378688" y="17142"/>
                  <a:pt x="3384545" y="15012"/>
                  <a:pt x="3390934" y="15012"/>
                </a:cubicBezTo>
                <a:lnTo>
                  <a:pt x="3390934" y="15012"/>
                </a:lnTo>
                <a:close/>
                <a:moveTo>
                  <a:pt x="3484651" y="140677"/>
                </a:moveTo>
                <a:lnTo>
                  <a:pt x="3457494" y="140677"/>
                </a:lnTo>
                <a:lnTo>
                  <a:pt x="3457494" y="127365"/>
                </a:lnTo>
                <a:lnTo>
                  <a:pt x="3485716" y="114053"/>
                </a:lnTo>
                <a:lnTo>
                  <a:pt x="3504885" y="73585"/>
                </a:lnTo>
                <a:lnTo>
                  <a:pt x="3521924" y="73585"/>
                </a:lnTo>
                <a:lnTo>
                  <a:pt x="3521924" y="120975"/>
                </a:lnTo>
                <a:lnTo>
                  <a:pt x="3588484" y="120975"/>
                </a:lnTo>
                <a:lnTo>
                  <a:pt x="3588484" y="141210"/>
                </a:lnTo>
                <a:lnTo>
                  <a:pt x="3521924" y="141210"/>
                </a:lnTo>
                <a:lnTo>
                  <a:pt x="3521924" y="256225"/>
                </a:lnTo>
                <a:cubicBezTo>
                  <a:pt x="3521924" y="275395"/>
                  <a:pt x="3524054" y="288707"/>
                  <a:pt x="3529912" y="294564"/>
                </a:cubicBezTo>
                <a:cubicBezTo>
                  <a:pt x="3534172" y="301486"/>
                  <a:pt x="3544821" y="304681"/>
                  <a:pt x="3558133" y="304681"/>
                </a:cubicBezTo>
                <a:cubicBezTo>
                  <a:pt x="3562393" y="304681"/>
                  <a:pt x="3567185" y="304681"/>
                  <a:pt x="3573043" y="303616"/>
                </a:cubicBezTo>
                <a:cubicBezTo>
                  <a:pt x="3577302" y="303616"/>
                  <a:pt x="3583160" y="302551"/>
                  <a:pt x="3589017" y="301486"/>
                </a:cubicBezTo>
                <a:lnTo>
                  <a:pt x="3589017" y="317461"/>
                </a:lnTo>
                <a:cubicBezTo>
                  <a:pt x="3578900" y="320655"/>
                  <a:pt x="3568783" y="323318"/>
                  <a:pt x="3559731" y="325448"/>
                </a:cubicBezTo>
                <a:cubicBezTo>
                  <a:pt x="3549614" y="326513"/>
                  <a:pt x="3540561" y="327578"/>
                  <a:pt x="3531509" y="327578"/>
                </a:cubicBezTo>
                <a:cubicBezTo>
                  <a:pt x="3514470" y="327578"/>
                  <a:pt x="3502223" y="324383"/>
                  <a:pt x="3495300" y="317461"/>
                </a:cubicBezTo>
                <a:cubicBezTo>
                  <a:pt x="3488378" y="311603"/>
                  <a:pt x="3485184" y="299356"/>
                  <a:pt x="3485184" y="282317"/>
                </a:cubicBezTo>
                <a:lnTo>
                  <a:pt x="3485184" y="140677"/>
                </a:lnTo>
                <a:lnTo>
                  <a:pt x="3484651" y="140677"/>
                </a:lnTo>
                <a:close/>
                <a:moveTo>
                  <a:pt x="3592744" y="114053"/>
                </a:moveTo>
                <a:lnTo>
                  <a:pt x="3687526" y="114053"/>
                </a:lnTo>
                <a:lnTo>
                  <a:pt x="3687526" y="131093"/>
                </a:lnTo>
                <a:lnTo>
                  <a:pt x="3665162" y="132158"/>
                </a:lnTo>
                <a:lnTo>
                  <a:pt x="3659304" y="140145"/>
                </a:lnTo>
                <a:lnTo>
                  <a:pt x="3712020" y="276460"/>
                </a:lnTo>
                <a:lnTo>
                  <a:pt x="3765800" y="140145"/>
                </a:lnTo>
                <a:lnTo>
                  <a:pt x="3762606" y="132158"/>
                </a:lnTo>
                <a:lnTo>
                  <a:pt x="3739176" y="131093"/>
                </a:lnTo>
                <a:lnTo>
                  <a:pt x="3739176" y="114053"/>
                </a:lnTo>
                <a:lnTo>
                  <a:pt x="3817984" y="114053"/>
                </a:lnTo>
                <a:lnTo>
                  <a:pt x="3817984" y="131093"/>
                </a:lnTo>
                <a:lnTo>
                  <a:pt x="3791892" y="134287"/>
                </a:lnTo>
                <a:lnTo>
                  <a:pt x="3704033" y="347279"/>
                </a:lnTo>
                <a:cubicBezTo>
                  <a:pt x="3692851" y="373371"/>
                  <a:pt x="3682734" y="392540"/>
                  <a:pt x="3671552" y="403722"/>
                </a:cubicBezTo>
                <a:cubicBezTo>
                  <a:pt x="3660369" y="414904"/>
                  <a:pt x="3648122" y="420762"/>
                  <a:pt x="3634278" y="420762"/>
                </a:cubicBezTo>
                <a:cubicBezTo>
                  <a:pt x="3625226" y="420762"/>
                  <a:pt x="3617238" y="418632"/>
                  <a:pt x="3611914" y="413839"/>
                </a:cubicBezTo>
                <a:cubicBezTo>
                  <a:pt x="3606056" y="409580"/>
                  <a:pt x="3603926" y="403722"/>
                  <a:pt x="3603926" y="396800"/>
                </a:cubicBezTo>
                <a:cubicBezTo>
                  <a:pt x="3603926" y="392540"/>
                  <a:pt x="3604992" y="387748"/>
                  <a:pt x="3606056" y="384553"/>
                </a:cubicBezTo>
                <a:cubicBezTo>
                  <a:pt x="3608186" y="380293"/>
                  <a:pt x="3611914" y="376566"/>
                  <a:pt x="3615108" y="373371"/>
                </a:cubicBezTo>
                <a:lnTo>
                  <a:pt x="3656642" y="389345"/>
                </a:lnTo>
                <a:cubicBezTo>
                  <a:pt x="3663564" y="382423"/>
                  <a:pt x="3669954" y="373371"/>
                  <a:pt x="3675811" y="362189"/>
                </a:cubicBezTo>
                <a:cubicBezTo>
                  <a:pt x="3681668" y="351007"/>
                  <a:pt x="3686993" y="338760"/>
                  <a:pt x="3692851" y="323850"/>
                </a:cubicBezTo>
                <a:lnTo>
                  <a:pt x="3618304" y="133755"/>
                </a:lnTo>
                <a:lnTo>
                  <a:pt x="3592212" y="131625"/>
                </a:lnTo>
                <a:lnTo>
                  <a:pt x="3592212" y="114053"/>
                </a:lnTo>
                <a:close/>
                <a:moveTo>
                  <a:pt x="2548019" y="114053"/>
                </a:moveTo>
                <a:lnTo>
                  <a:pt x="2643865" y="114053"/>
                </a:lnTo>
                <a:lnTo>
                  <a:pt x="2643865" y="131093"/>
                </a:lnTo>
                <a:lnTo>
                  <a:pt x="2620436" y="132158"/>
                </a:lnTo>
                <a:lnTo>
                  <a:pt x="2616176" y="140145"/>
                </a:lnTo>
                <a:lnTo>
                  <a:pt x="2666762" y="283382"/>
                </a:lnTo>
                <a:lnTo>
                  <a:pt x="2723205" y="140145"/>
                </a:lnTo>
                <a:lnTo>
                  <a:pt x="2720010" y="132158"/>
                </a:lnTo>
                <a:lnTo>
                  <a:pt x="2696581" y="131093"/>
                </a:lnTo>
                <a:lnTo>
                  <a:pt x="2696581" y="114053"/>
                </a:lnTo>
                <a:lnTo>
                  <a:pt x="2773258" y="114053"/>
                </a:lnTo>
                <a:lnTo>
                  <a:pt x="2773258" y="131093"/>
                </a:lnTo>
                <a:lnTo>
                  <a:pt x="2748231" y="134287"/>
                </a:lnTo>
                <a:lnTo>
                  <a:pt x="2671554" y="325448"/>
                </a:lnTo>
                <a:lnTo>
                  <a:pt x="2646528" y="325448"/>
                </a:lnTo>
                <a:lnTo>
                  <a:pt x="2575708" y="132690"/>
                </a:lnTo>
                <a:lnTo>
                  <a:pt x="2548552" y="130560"/>
                </a:lnTo>
                <a:lnTo>
                  <a:pt x="2548552" y="114053"/>
                </a:lnTo>
                <a:lnTo>
                  <a:pt x="2548019" y="114053"/>
                </a:lnTo>
                <a:close/>
                <a:moveTo>
                  <a:pt x="2873364" y="110326"/>
                </a:moveTo>
                <a:lnTo>
                  <a:pt x="2873364" y="129495"/>
                </a:lnTo>
                <a:cubicBezTo>
                  <a:pt x="2860052" y="130560"/>
                  <a:pt x="2849935" y="137482"/>
                  <a:pt x="2839818" y="147599"/>
                </a:cubicBezTo>
                <a:cubicBezTo>
                  <a:pt x="2829701" y="158782"/>
                  <a:pt x="2823843" y="173691"/>
                  <a:pt x="2822779" y="191263"/>
                </a:cubicBezTo>
                <a:lnTo>
                  <a:pt x="2873364" y="191263"/>
                </a:lnTo>
                <a:lnTo>
                  <a:pt x="2873364" y="209367"/>
                </a:lnTo>
                <a:lnTo>
                  <a:pt x="2820649" y="209367"/>
                </a:lnTo>
                <a:lnTo>
                  <a:pt x="2820649" y="215224"/>
                </a:lnTo>
                <a:cubicBezTo>
                  <a:pt x="2820649" y="242381"/>
                  <a:pt x="2827571" y="263680"/>
                  <a:pt x="2839818" y="280719"/>
                </a:cubicBezTo>
                <a:cubicBezTo>
                  <a:pt x="2848870" y="290837"/>
                  <a:pt x="2860052" y="298824"/>
                  <a:pt x="2873364" y="302019"/>
                </a:cubicBezTo>
                <a:lnTo>
                  <a:pt x="2873364" y="329175"/>
                </a:lnTo>
                <a:cubicBezTo>
                  <a:pt x="2847273" y="328110"/>
                  <a:pt x="2825973" y="317993"/>
                  <a:pt x="2808934" y="299889"/>
                </a:cubicBezTo>
                <a:cubicBezTo>
                  <a:pt x="2790830" y="279655"/>
                  <a:pt x="2781778" y="253563"/>
                  <a:pt x="2781778" y="221082"/>
                </a:cubicBezTo>
                <a:cubicBezTo>
                  <a:pt x="2781778" y="188600"/>
                  <a:pt x="2791895" y="162509"/>
                  <a:pt x="2809999" y="141210"/>
                </a:cubicBezTo>
                <a:cubicBezTo>
                  <a:pt x="2827038" y="123106"/>
                  <a:pt x="2847273" y="112988"/>
                  <a:pt x="2873364" y="110326"/>
                </a:cubicBezTo>
                <a:lnTo>
                  <a:pt x="2873364" y="110326"/>
                </a:lnTo>
                <a:close/>
                <a:moveTo>
                  <a:pt x="1632686" y="323318"/>
                </a:moveTo>
                <a:lnTo>
                  <a:pt x="1632686" y="304149"/>
                </a:lnTo>
                <a:cubicBezTo>
                  <a:pt x="1636946" y="303084"/>
                  <a:pt x="1641738" y="302019"/>
                  <a:pt x="1647063" y="299889"/>
                </a:cubicBezTo>
                <a:cubicBezTo>
                  <a:pt x="1656115" y="296694"/>
                  <a:pt x="1666232" y="291902"/>
                  <a:pt x="1677414" y="285512"/>
                </a:cubicBezTo>
                <a:lnTo>
                  <a:pt x="1677414" y="207237"/>
                </a:lnTo>
                <a:cubicBezTo>
                  <a:pt x="1659310" y="213095"/>
                  <a:pt x="1644933" y="217354"/>
                  <a:pt x="1632153" y="222147"/>
                </a:cubicBezTo>
                <a:lnTo>
                  <a:pt x="1632153" y="204042"/>
                </a:lnTo>
                <a:cubicBezTo>
                  <a:pt x="1645465" y="200847"/>
                  <a:pt x="1660375" y="196055"/>
                  <a:pt x="1677414" y="192860"/>
                </a:cubicBezTo>
                <a:lnTo>
                  <a:pt x="1677414" y="178483"/>
                </a:lnTo>
                <a:cubicBezTo>
                  <a:pt x="1677414" y="160379"/>
                  <a:pt x="1674219" y="148132"/>
                  <a:pt x="1668362" y="140145"/>
                </a:cubicBezTo>
                <a:cubicBezTo>
                  <a:pt x="1662505" y="133223"/>
                  <a:pt x="1651323" y="130028"/>
                  <a:pt x="1636946" y="130028"/>
                </a:cubicBezTo>
                <a:cubicBezTo>
                  <a:pt x="1635881" y="130028"/>
                  <a:pt x="1633751" y="130028"/>
                  <a:pt x="1632686" y="130028"/>
                </a:cubicBezTo>
                <a:lnTo>
                  <a:pt x="1632686" y="110858"/>
                </a:lnTo>
                <a:cubicBezTo>
                  <a:pt x="1638543" y="110858"/>
                  <a:pt x="1642803" y="109794"/>
                  <a:pt x="1648660" y="109794"/>
                </a:cubicBezTo>
                <a:cubicBezTo>
                  <a:pt x="1672089" y="109794"/>
                  <a:pt x="1688064" y="115651"/>
                  <a:pt x="1699246" y="125768"/>
                </a:cubicBezTo>
                <a:cubicBezTo>
                  <a:pt x="1709363" y="135885"/>
                  <a:pt x="1715220" y="151859"/>
                  <a:pt x="1715220" y="174223"/>
                </a:cubicBezTo>
                <a:lnTo>
                  <a:pt x="1715220" y="300421"/>
                </a:lnTo>
                <a:lnTo>
                  <a:pt x="1722143" y="308408"/>
                </a:lnTo>
                <a:lnTo>
                  <a:pt x="1745572" y="310538"/>
                </a:lnTo>
                <a:lnTo>
                  <a:pt x="1745572" y="326513"/>
                </a:lnTo>
                <a:lnTo>
                  <a:pt x="1683804" y="326513"/>
                </a:lnTo>
                <a:lnTo>
                  <a:pt x="1677947" y="300421"/>
                </a:lnTo>
                <a:cubicBezTo>
                  <a:pt x="1663570" y="310538"/>
                  <a:pt x="1650790" y="317461"/>
                  <a:pt x="1638543" y="321720"/>
                </a:cubicBezTo>
                <a:cubicBezTo>
                  <a:pt x="1636946" y="322253"/>
                  <a:pt x="1634816" y="322253"/>
                  <a:pt x="1632686" y="323318"/>
                </a:cubicBezTo>
                <a:lnTo>
                  <a:pt x="1632686" y="323318"/>
                </a:lnTo>
                <a:close/>
                <a:moveTo>
                  <a:pt x="2494771" y="15012"/>
                </a:moveTo>
                <a:cubicBezTo>
                  <a:pt x="2502758" y="15012"/>
                  <a:pt x="2508083" y="17142"/>
                  <a:pt x="2512875" y="22999"/>
                </a:cubicBezTo>
                <a:cubicBezTo>
                  <a:pt x="2518732" y="27259"/>
                  <a:pt x="2520862" y="33116"/>
                  <a:pt x="2520862" y="41104"/>
                </a:cubicBezTo>
                <a:cubicBezTo>
                  <a:pt x="2520862" y="48026"/>
                  <a:pt x="2518732" y="53351"/>
                  <a:pt x="2512875" y="58143"/>
                </a:cubicBezTo>
                <a:cubicBezTo>
                  <a:pt x="2508616" y="64000"/>
                  <a:pt x="2502758" y="66130"/>
                  <a:pt x="2494771" y="66130"/>
                </a:cubicBezTo>
                <a:cubicBezTo>
                  <a:pt x="2487849" y="66130"/>
                  <a:pt x="2482524" y="64000"/>
                  <a:pt x="2477731" y="58143"/>
                </a:cubicBezTo>
                <a:cubicBezTo>
                  <a:pt x="2471874" y="53883"/>
                  <a:pt x="2469744" y="48026"/>
                  <a:pt x="2469744" y="41104"/>
                </a:cubicBezTo>
                <a:cubicBezTo>
                  <a:pt x="2469744" y="33116"/>
                  <a:pt x="2471874" y="27792"/>
                  <a:pt x="2477731" y="22999"/>
                </a:cubicBezTo>
                <a:cubicBezTo>
                  <a:pt x="2482524" y="17142"/>
                  <a:pt x="2488381" y="15012"/>
                  <a:pt x="2494771" y="15012"/>
                </a:cubicBezTo>
                <a:lnTo>
                  <a:pt x="2494771" y="15012"/>
                </a:lnTo>
                <a:close/>
                <a:moveTo>
                  <a:pt x="2493706" y="112988"/>
                </a:moveTo>
                <a:lnTo>
                  <a:pt x="2510745" y="112988"/>
                </a:lnTo>
                <a:lnTo>
                  <a:pt x="2510745" y="299889"/>
                </a:lnTo>
                <a:lnTo>
                  <a:pt x="2518732" y="307876"/>
                </a:lnTo>
                <a:lnTo>
                  <a:pt x="2542162" y="310006"/>
                </a:lnTo>
                <a:lnTo>
                  <a:pt x="2542162" y="325980"/>
                </a:lnTo>
                <a:lnTo>
                  <a:pt x="2443120" y="325980"/>
                </a:lnTo>
                <a:lnTo>
                  <a:pt x="2443120" y="310006"/>
                </a:lnTo>
                <a:lnTo>
                  <a:pt x="2466549" y="307876"/>
                </a:lnTo>
                <a:lnTo>
                  <a:pt x="2473472" y="299889"/>
                </a:lnTo>
                <a:lnTo>
                  <a:pt x="2473472" y="142275"/>
                </a:lnTo>
                <a:lnTo>
                  <a:pt x="2443120" y="142275"/>
                </a:lnTo>
                <a:lnTo>
                  <a:pt x="2443120" y="127365"/>
                </a:lnTo>
                <a:lnTo>
                  <a:pt x="2493706" y="112988"/>
                </a:lnTo>
                <a:lnTo>
                  <a:pt x="2493706" y="112988"/>
                </a:lnTo>
                <a:close/>
                <a:moveTo>
                  <a:pt x="2191790" y="325448"/>
                </a:moveTo>
                <a:lnTo>
                  <a:pt x="2191790" y="309473"/>
                </a:lnTo>
                <a:lnTo>
                  <a:pt x="2215219" y="307343"/>
                </a:lnTo>
                <a:lnTo>
                  <a:pt x="2223206" y="299356"/>
                </a:lnTo>
                <a:lnTo>
                  <a:pt x="2223206" y="141742"/>
                </a:lnTo>
                <a:lnTo>
                  <a:pt x="2191790" y="141742"/>
                </a:lnTo>
                <a:lnTo>
                  <a:pt x="2191790" y="127365"/>
                </a:lnTo>
                <a:lnTo>
                  <a:pt x="2242376" y="112456"/>
                </a:lnTo>
                <a:lnTo>
                  <a:pt x="2259415" y="112456"/>
                </a:lnTo>
                <a:lnTo>
                  <a:pt x="2259415" y="135885"/>
                </a:lnTo>
                <a:cubicBezTo>
                  <a:pt x="2277519" y="125768"/>
                  <a:pt x="2290831" y="118846"/>
                  <a:pt x="2302013" y="115651"/>
                </a:cubicBezTo>
                <a:cubicBezTo>
                  <a:pt x="2312130" y="111391"/>
                  <a:pt x="2321183" y="108729"/>
                  <a:pt x="2330235" y="108729"/>
                </a:cubicBezTo>
                <a:cubicBezTo>
                  <a:pt x="2349404" y="108729"/>
                  <a:pt x="2363781" y="115651"/>
                  <a:pt x="2373898" y="126833"/>
                </a:cubicBezTo>
                <a:cubicBezTo>
                  <a:pt x="2384015" y="138015"/>
                  <a:pt x="2388275" y="155054"/>
                  <a:pt x="2388275" y="176354"/>
                </a:cubicBezTo>
                <a:lnTo>
                  <a:pt x="2388275" y="298824"/>
                </a:lnTo>
                <a:lnTo>
                  <a:pt x="2396262" y="306811"/>
                </a:lnTo>
                <a:lnTo>
                  <a:pt x="2419691" y="308941"/>
                </a:lnTo>
                <a:lnTo>
                  <a:pt x="2419691" y="324915"/>
                </a:lnTo>
                <a:lnTo>
                  <a:pt x="2323845" y="324915"/>
                </a:lnTo>
                <a:lnTo>
                  <a:pt x="2323845" y="308941"/>
                </a:lnTo>
                <a:lnTo>
                  <a:pt x="2344079" y="306811"/>
                </a:lnTo>
                <a:lnTo>
                  <a:pt x="2352066" y="298824"/>
                </a:lnTo>
                <a:lnTo>
                  <a:pt x="2352066" y="182743"/>
                </a:lnTo>
                <a:cubicBezTo>
                  <a:pt x="2352066" y="166769"/>
                  <a:pt x="2348872" y="155587"/>
                  <a:pt x="2341949" y="147599"/>
                </a:cubicBezTo>
                <a:cubicBezTo>
                  <a:pt x="2335027" y="140677"/>
                  <a:pt x="2323845" y="137482"/>
                  <a:pt x="2308403" y="137482"/>
                </a:cubicBezTo>
                <a:cubicBezTo>
                  <a:pt x="2300416" y="137482"/>
                  <a:pt x="2294026" y="138547"/>
                  <a:pt x="2284974" y="140677"/>
                </a:cubicBezTo>
                <a:cubicBezTo>
                  <a:pt x="2276987" y="143872"/>
                  <a:pt x="2267935" y="147599"/>
                  <a:pt x="2258882" y="151859"/>
                </a:cubicBezTo>
                <a:lnTo>
                  <a:pt x="2258882" y="298291"/>
                </a:lnTo>
                <a:lnTo>
                  <a:pt x="2266870" y="306279"/>
                </a:lnTo>
                <a:lnTo>
                  <a:pt x="2287104" y="308408"/>
                </a:lnTo>
                <a:lnTo>
                  <a:pt x="2287104" y="324383"/>
                </a:lnTo>
                <a:lnTo>
                  <a:pt x="2191790" y="324383"/>
                </a:lnTo>
                <a:lnTo>
                  <a:pt x="2191790" y="325448"/>
                </a:lnTo>
                <a:close/>
                <a:moveTo>
                  <a:pt x="1885614" y="31519"/>
                </a:moveTo>
                <a:lnTo>
                  <a:pt x="1992642" y="31519"/>
                </a:lnTo>
                <a:lnTo>
                  <a:pt x="1992642" y="48558"/>
                </a:lnTo>
                <a:lnTo>
                  <a:pt x="1965486" y="50688"/>
                </a:lnTo>
                <a:lnTo>
                  <a:pt x="1958563" y="57610"/>
                </a:lnTo>
                <a:lnTo>
                  <a:pt x="1958563" y="216289"/>
                </a:lnTo>
                <a:cubicBezTo>
                  <a:pt x="1958563" y="246641"/>
                  <a:pt x="1964421" y="269005"/>
                  <a:pt x="1976668" y="282849"/>
                </a:cubicBezTo>
                <a:cubicBezTo>
                  <a:pt x="1988915" y="296161"/>
                  <a:pt x="2009149" y="303084"/>
                  <a:pt x="2036306" y="303084"/>
                </a:cubicBezTo>
                <a:cubicBezTo>
                  <a:pt x="2063462" y="303084"/>
                  <a:pt x="2083696" y="296161"/>
                  <a:pt x="2095944" y="282849"/>
                </a:cubicBezTo>
                <a:cubicBezTo>
                  <a:pt x="2108191" y="268472"/>
                  <a:pt x="2114048" y="246641"/>
                  <a:pt x="2114048" y="216289"/>
                </a:cubicBezTo>
                <a:lnTo>
                  <a:pt x="2114048" y="60805"/>
                </a:lnTo>
                <a:lnTo>
                  <a:pt x="2106061" y="52818"/>
                </a:lnTo>
                <a:lnTo>
                  <a:pt x="2078904" y="48558"/>
                </a:lnTo>
                <a:lnTo>
                  <a:pt x="2078904" y="31519"/>
                </a:lnTo>
                <a:lnTo>
                  <a:pt x="2172088" y="31519"/>
                </a:lnTo>
                <a:lnTo>
                  <a:pt x="2172088" y="48558"/>
                </a:lnTo>
                <a:lnTo>
                  <a:pt x="2144932" y="52818"/>
                </a:lnTo>
                <a:lnTo>
                  <a:pt x="2136944" y="60805"/>
                </a:lnTo>
                <a:lnTo>
                  <a:pt x="2136944" y="219484"/>
                </a:lnTo>
                <a:cubicBezTo>
                  <a:pt x="2136944" y="240783"/>
                  <a:pt x="2135880" y="256758"/>
                  <a:pt x="2132685" y="267940"/>
                </a:cubicBezTo>
                <a:cubicBezTo>
                  <a:pt x="2130555" y="279122"/>
                  <a:pt x="2124697" y="288174"/>
                  <a:pt x="2118308" y="297226"/>
                </a:cubicBezTo>
                <a:cubicBezTo>
                  <a:pt x="2109256" y="307343"/>
                  <a:pt x="2098073" y="315331"/>
                  <a:pt x="2081034" y="320655"/>
                </a:cubicBezTo>
                <a:cubicBezTo>
                  <a:pt x="2065059" y="327578"/>
                  <a:pt x="2047488" y="329708"/>
                  <a:pt x="2028319" y="329708"/>
                </a:cubicBezTo>
                <a:cubicBezTo>
                  <a:pt x="2008084" y="329708"/>
                  <a:pt x="1989980" y="327578"/>
                  <a:pt x="1974538" y="320655"/>
                </a:cubicBezTo>
                <a:cubicBezTo>
                  <a:pt x="1958563" y="314798"/>
                  <a:pt x="1946317" y="307343"/>
                  <a:pt x="1937264" y="297226"/>
                </a:cubicBezTo>
                <a:cubicBezTo>
                  <a:pt x="1930342" y="288174"/>
                  <a:pt x="1925017" y="279122"/>
                  <a:pt x="1922888" y="267940"/>
                </a:cubicBezTo>
                <a:cubicBezTo>
                  <a:pt x="1919693" y="256758"/>
                  <a:pt x="1918627" y="240783"/>
                  <a:pt x="1918627" y="219484"/>
                </a:cubicBezTo>
                <a:lnTo>
                  <a:pt x="1918627" y="57610"/>
                </a:lnTo>
                <a:lnTo>
                  <a:pt x="1910640" y="50688"/>
                </a:lnTo>
                <a:lnTo>
                  <a:pt x="1885614" y="48558"/>
                </a:lnTo>
                <a:lnTo>
                  <a:pt x="1885614" y="31519"/>
                </a:lnTo>
                <a:close/>
                <a:moveTo>
                  <a:pt x="1632686" y="110326"/>
                </a:moveTo>
                <a:lnTo>
                  <a:pt x="1632686" y="129495"/>
                </a:lnTo>
                <a:cubicBezTo>
                  <a:pt x="1629491" y="129495"/>
                  <a:pt x="1624699" y="130560"/>
                  <a:pt x="1621504" y="130560"/>
                </a:cubicBezTo>
                <a:cubicBezTo>
                  <a:pt x="1615647" y="131625"/>
                  <a:pt x="1610322" y="133755"/>
                  <a:pt x="1604464" y="136418"/>
                </a:cubicBezTo>
                <a:lnTo>
                  <a:pt x="1604464" y="173691"/>
                </a:lnTo>
                <a:lnTo>
                  <a:pt x="1574113" y="173691"/>
                </a:lnTo>
                <a:cubicBezTo>
                  <a:pt x="1568256" y="173691"/>
                  <a:pt x="1565061" y="172626"/>
                  <a:pt x="1562931" y="170496"/>
                </a:cubicBezTo>
                <a:cubicBezTo>
                  <a:pt x="1560801" y="168366"/>
                  <a:pt x="1560801" y="164639"/>
                  <a:pt x="1560801" y="160379"/>
                </a:cubicBezTo>
                <a:cubicBezTo>
                  <a:pt x="1560801" y="145470"/>
                  <a:pt x="1568788" y="133223"/>
                  <a:pt x="1584230" y="124170"/>
                </a:cubicBezTo>
                <a:cubicBezTo>
                  <a:pt x="1597542" y="116183"/>
                  <a:pt x="1613517" y="111923"/>
                  <a:pt x="1632686" y="110326"/>
                </a:cubicBezTo>
                <a:lnTo>
                  <a:pt x="1632686" y="110326"/>
                </a:lnTo>
                <a:close/>
                <a:moveTo>
                  <a:pt x="1632686" y="204042"/>
                </a:moveTo>
                <a:lnTo>
                  <a:pt x="1632686" y="222147"/>
                </a:lnTo>
                <a:cubicBezTo>
                  <a:pt x="1620439" y="226407"/>
                  <a:pt x="1611387" y="231199"/>
                  <a:pt x="1605529" y="235459"/>
                </a:cubicBezTo>
                <a:cubicBezTo>
                  <a:pt x="1594347" y="244511"/>
                  <a:pt x="1587425" y="254628"/>
                  <a:pt x="1587425" y="269005"/>
                </a:cubicBezTo>
                <a:cubicBezTo>
                  <a:pt x="1587425" y="279122"/>
                  <a:pt x="1590620" y="288174"/>
                  <a:pt x="1597542" y="295096"/>
                </a:cubicBezTo>
                <a:cubicBezTo>
                  <a:pt x="1603400" y="302019"/>
                  <a:pt x="1611919" y="304149"/>
                  <a:pt x="1623634" y="304149"/>
                </a:cubicBezTo>
                <a:cubicBezTo>
                  <a:pt x="1625764" y="304149"/>
                  <a:pt x="1629491" y="304149"/>
                  <a:pt x="1632686" y="304149"/>
                </a:cubicBezTo>
                <a:lnTo>
                  <a:pt x="1632686" y="323318"/>
                </a:lnTo>
                <a:cubicBezTo>
                  <a:pt x="1623634" y="326513"/>
                  <a:pt x="1614582" y="327578"/>
                  <a:pt x="1605529" y="327578"/>
                </a:cubicBezTo>
                <a:cubicBezTo>
                  <a:pt x="1588490" y="327578"/>
                  <a:pt x="1575178" y="323318"/>
                  <a:pt x="1565061" y="313201"/>
                </a:cubicBezTo>
                <a:cubicBezTo>
                  <a:pt x="1554944" y="303084"/>
                  <a:pt x="1549087" y="288174"/>
                  <a:pt x="1549087" y="272732"/>
                </a:cubicBezTo>
                <a:cubicBezTo>
                  <a:pt x="1549087" y="253563"/>
                  <a:pt x="1557074" y="239186"/>
                  <a:pt x="1572516" y="227471"/>
                </a:cubicBezTo>
                <a:cubicBezTo>
                  <a:pt x="1583165" y="221082"/>
                  <a:pt x="1603400" y="213095"/>
                  <a:pt x="1632686" y="204042"/>
                </a:cubicBezTo>
                <a:lnTo>
                  <a:pt x="1632686" y="204042"/>
                </a:lnTo>
                <a:close/>
                <a:moveTo>
                  <a:pt x="913306" y="420229"/>
                </a:moveTo>
                <a:lnTo>
                  <a:pt x="913306" y="401060"/>
                </a:lnTo>
                <a:cubicBezTo>
                  <a:pt x="914371" y="401060"/>
                  <a:pt x="916501" y="401060"/>
                  <a:pt x="917565" y="401060"/>
                </a:cubicBezTo>
                <a:cubicBezTo>
                  <a:pt x="936735" y="401060"/>
                  <a:pt x="951112" y="396800"/>
                  <a:pt x="963891" y="387748"/>
                </a:cubicBezTo>
                <a:cubicBezTo>
                  <a:pt x="976138" y="378696"/>
                  <a:pt x="983061" y="367514"/>
                  <a:pt x="983061" y="354202"/>
                </a:cubicBezTo>
                <a:cubicBezTo>
                  <a:pt x="983061" y="345150"/>
                  <a:pt x="980931" y="337162"/>
                  <a:pt x="975073" y="332903"/>
                </a:cubicBezTo>
                <a:cubicBezTo>
                  <a:pt x="969216" y="328643"/>
                  <a:pt x="956969" y="323850"/>
                  <a:pt x="937800" y="320655"/>
                </a:cubicBezTo>
                <a:lnTo>
                  <a:pt x="912773" y="316396"/>
                </a:lnTo>
                <a:lnTo>
                  <a:pt x="912773" y="284979"/>
                </a:lnTo>
                <a:lnTo>
                  <a:pt x="940995" y="289239"/>
                </a:lnTo>
                <a:cubicBezTo>
                  <a:pt x="968151" y="293499"/>
                  <a:pt x="987320" y="300421"/>
                  <a:pt x="998502" y="308408"/>
                </a:cubicBezTo>
                <a:cubicBezTo>
                  <a:pt x="1009685" y="316396"/>
                  <a:pt x="1015542" y="328643"/>
                  <a:pt x="1015542" y="343552"/>
                </a:cubicBezTo>
                <a:cubicBezTo>
                  <a:pt x="1015542" y="352604"/>
                  <a:pt x="1013412" y="360591"/>
                  <a:pt x="1008620" y="369644"/>
                </a:cubicBezTo>
                <a:cubicBezTo>
                  <a:pt x="1002762" y="378696"/>
                  <a:pt x="997437" y="386683"/>
                  <a:pt x="988385" y="393073"/>
                </a:cubicBezTo>
                <a:cubicBezTo>
                  <a:pt x="977203" y="402125"/>
                  <a:pt x="963359" y="409047"/>
                  <a:pt x="948982" y="414372"/>
                </a:cubicBezTo>
                <a:cubicBezTo>
                  <a:pt x="937800" y="416502"/>
                  <a:pt x="925552" y="419164"/>
                  <a:pt x="913306" y="420229"/>
                </a:cubicBezTo>
                <a:lnTo>
                  <a:pt x="913306" y="420229"/>
                </a:lnTo>
                <a:close/>
                <a:moveTo>
                  <a:pt x="913306" y="252498"/>
                </a:moveTo>
                <a:lnTo>
                  <a:pt x="913306" y="234394"/>
                </a:lnTo>
                <a:lnTo>
                  <a:pt x="913306" y="234394"/>
                </a:lnTo>
                <a:cubicBezTo>
                  <a:pt x="925552" y="234394"/>
                  <a:pt x="936735" y="230134"/>
                  <a:pt x="944722" y="219484"/>
                </a:cubicBezTo>
                <a:cubicBezTo>
                  <a:pt x="952709" y="210432"/>
                  <a:pt x="955904" y="197120"/>
                  <a:pt x="955904" y="181146"/>
                </a:cubicBezTo>
                <a:cubicBezTo>
                  <a:pt x="955904" y="164106"/>
                  <a:pt x="952709" y="151859"/>
                  <a:pt x="944722" y="141742"/>
                </a:cubicBezTo>
                <a:cubicBezTo>
                  <a:pt x="936735" y="131625"/>
                  <a:pt x="926618" y="127365"/>
                  <a:pt x="913306" y="127365"/>
                </a:cubicBezTo>
                <a:lnTo>
                  <a:pt x="913306" y="127365"/>
                </a:lnTo>
                <a:lnTo>
                  <a:pt x="913306" y="110326"/>
                </a:lnTo>
                <a:cubicBezTo>
                  <a:pt x="914371" y="109261"/>
                  <a:pt x="916501" y="109261"/>
                  <a:pt x="917565" y="109261"/>
                </a:cubicBezTo>
                <a:cubicBezTo>
                  <a:pt x="925552" y="109261"/>
                  <a:pt x="934605" y="110326"/>
                  <a:pt x="942592" y="112456"/>
                </a:cubicBezTo>
                <a:cubicBezTo>
                  <a:pt x="950579" y="114586"/>
                  <a:pt x="959631" y="118313"/>
                  <a:pt x="967619" y="122573"/>
                </a:cubicBezTo>
                <a:lnTo>
                  <a:pt x="1030451" y="122573"/>
                </a:lnTo>
                <a:lnTo>
                  <a:pt x="1030451" y="142807"/>
                </a:lnTo>
                <a:lnTo>
                  <a:pt x="981996" y="142807"/>
                </a:lnTo>
                <a:cubicBezTo>
                  <a:pt x="986255" y="148665"/>
                  <a:pt x="988918" y="155054"/>
                  <a:pt x="991048" y="161976"/>
                </a:cubicBezTo>
                <a:cubicBezTo>
                  <a:pt x="993178" y="168899"/>
                  <a:pt x="994243" y="175288"/>
                  <a:pt x="994243" y="183276"/>
                </a:cubicBezTo>
                <a:cubicBezTo>
                  <a:pt x="994243" y="203510"/>
                  <a:pt x="986255" y="219484"/>
                  <a:pt x="970813" y="232796"/>
                </a:cubicBezTo>
                <a:cubicBezTo>
                  <a:pt x="955904" y="245576"/>
                  <a:pt x="936735" y="251433"/>
                  <a:pt x="913306" y="252498"/>
                </a:cubicBezTo>
                <a:lnTo>
                  <a:pt x="913306" y="252498"/>
                </a:lnTo>
                <a:close/>
                <a:moveTo>
                  <a:pt x="1344082" y="109261"/>
                </a:moveTo>
                <a:lnTo>
                  <a:pt x="1361121" y="109261"/>
                </a:lnTo>
                <a:lnTo>
                  <a:pt x="1361121" y="254628"/>
                </a:lnTo>
                <a:cubicBezTo>
                  <a:pt x="1361121" y="271667"/>
                  <a:pt x="1364316" y="282849"/>
                  <a:pt x="1371238" y="290837"/>
                </a:cubicBezTo>
                <a:cubicBezTo>
                  <a:pt x="1378160" y="297759"/>
                  <a:pt x="1388278" y="302019"/>
                  <a:pt x="1402655" y="302019"/>
                </a:cubicBezTo>
                <a:cubicBezTo>
                  <a:pt x="1410642" y="302019"/>
                  <a:pt x="1419694" y="300954"/>
                  <a:pt x="1427681" y="298824"/>
                </a:cubicBezTo>
                <a:cubicBezTo>
                  <a:pt x="1436733" y="296694"/>
                  <a:pt x="1444720" y="292967"/>
                  <a:pt x="1453773" y="288707"/>
                </a:cubicBezTo>
                <a:lnTo>
                  <a:pt x="1453773" y="140145"/>
                </a:lnTo>
                <a:lnTo>
                  <a:pt x="1422889" y="140145"/>
                </a:lnTo>
                <a:lnTo>
                  <a:pt x="1422889" y="126833"/>
                </a:lnTo>
                <a:lnTo>
                  <a:pt x="1473474" y="109794"/>
                </a:lnTo>
                <a:lnTo>
                  <a:pt x="1490514" y="109794"/>
                </a:lnTo>
                <a:lnTo>
                  <a:pt x="1490514" y="299889"/>
                </a:lnTo>
                <a:lnTo>
                  <a:pt x="1498501" y="307876"/>
                </a:lnTo>
                <a:lnTo>
                  <a:pt x="1518735" y="310006"/>
                </a:lnTo>
                <a:lnTo>
                  <a:pt x="1518735" y="325980"/>
                </a:lnTo>
                <a:lnTo>
                  <a:pt x="1453240" y="325980"/>
                </a:lnTo>
                <a:lnTo>
                  <a:pt x="1453240" y="300954"/>
                </a:lnTo>
                <a:cubicBezTo>
                  <a:pt x="1439928" y="311071"/>
                  <a:pt x="1427149" y="317993"/>
                  <a:pt x="1415967" y="322253"/>
                </a:cubicBezTo>
                <a:cubicBezTo>
                  <a:pt x="1403720" y="326513"/>
                  <a:pt x="1393602" y="329175"/>
                  <a:pt x="1382421" y="329175"/>
                </a:cubicBezTo>
                <a:cubicBezTo>
                  <a:pt x="1363251" y="329175"/>
                  <a:pt x="1349939" y="323318"/>
                  <a:pt x="1339822" y="312136"/>
                </a:cubicBezTo>
                <a:cubicBezTo>
                  <a:pt x="1329705" y="300954"/>
                  <a:pt x="1323848" y="283914"/>
                  <a:pt x="1323848" y="262615"/>
                </a:cubicBezTo>
                <a:lnTo>
                  <a:pt x="1323848" y="140145"/>
                </a:lnTo>
                <a:lnTo>
                  <a:pt x="1292431" y="140145"/>
                </a:lnTo>
                <a:lnTo>
                  <a:pt x="1292431" y="126833"/>
                </a:lnTo>
                <a:lnTo>
                  <a:pt x="1344082" y="109261"/>
                </a:lnTo>
                <a:lnTo>
                  <a:pt x="1344082" y="109261"/>
                </a:lnTo>
                <a:close/>
                <a:moveTo>
                  <a:pt x="1096479" y="2233"/>
                </a:moveTo>
                <a:lnTo>
                  <a:pt x="1113518" y="2233"/>
                </a:lnTo>
                <a:lnTo>
                  <a:pt x="1113518" y="136418"/>
                </a:lnTo>
                <a:cubicBezTo>
                  <a:pt x="1130557" y="126300"/>
                  <a:pt x="1143869" y="119378"/>
                  <a:pt x="1155052" y="116183"/>
                </a:cubicBezTo>
                <a:cubicBezTo>
                  <a:pt x="1166233" y="111923"/>
                  <a:pt x="1175286" y="109261"/>
                  <a:pt x="1184338" y="109261"/>
                </a:cubicBezTo>
                <a:cubicBezTo>
                  <a:pt x="1203507" y="109261"/>
                  <a:pt x="1217884" y="116183"/>
                  <a:pt x="1228001" y="127365"/>
                </a:cubicBezTo>
                <a:cubicBezTo>
                  <a:pt x="1238118" y="138547"/>
                  <a:pt x="1242911" y="155587"/>
                  <a:pt x="1242911" y="176886"/>
                </a:cubicBezTo>
                <a:lnTo>
                  <a:pt x="1242911" y="299356"/>
                </a:lnTo>
                <a:lnTo>
                  <a:pt x="1250898" y="307343"/>
                </a:lnTo>
                <a:lnTo>
                  <a:pt x="1273262" y="309473"/>
                </a:lnTo>
                <a:lnTo>
                  <a:pt x="1273262" y="325448"/>
                </a:lnTo>
                <a:lnTo>
                  <a:pt x="1178480" y="325448"/>
                </a:lnTo>
                <a:lnTo>
                  <a:pt x="1178480" y="309473"/>
                </a:lnTo>
                <a:lnTo>
                  <a:pt x="1198715" y="307343"/>
                </a:lnTo>
                <a:lnTo>
                  <a:pt x="1205637" y="299356"/>
                </a:lnTo>
                <a:lnTo>
                  <a:pt x="1205637" y="183276"/>
                </a:lnTo>
                <a:cubicBezTo>
                  <a:pt x="1205637" y="167301"/>
                  <a:pt x="1202442" y="155054"/>
                  <a:pt x="1195520" y="148132"/>
                </a:cubicBezTo>
                <a:cubicBezTo>
                  <a:pt x="1188598" y="141210"/>
                  <a:pt x="1177416" y="138015"/>
                  <a:pt x="1161974" y="138015"/>
                </a:cubicBezTo>
                <a:cubicBezTo>
                  <a:pt x="1155052" y="138015"/>
                  <a:pt x="1147597" y="139080"/>
                  <a:pt x="1139610" y="141210"/>
                </a:cubicBezTo>
                <a:cubicBezTo>
                  <a:pt x="1131622" y="144405"/>
                  <a:pt x="1122570" y="148132"/>
                  <a:pt x="1113518" y="152392"/>
                </a:cubicBezTo>
                <a:lnTo>
                  <a:pt x="1113518" y="298824"/>
                </a:lnTo>
                <a:lnTo>
                  <a:pt x="1121505" y="306811"/>
                </a:lnTo>
                <a:lnTo>
                  <a:pt x="1141740" y="308941"/>
                </a:lnTo>
                <a:lnTo>
                  <a:pt x="1141740" y="324915"/>
                </a:lnTo>
                <a:lnTo>
                  <a:pt x="1045893" y="324915"/>
                </a:lnTo>
                <a:lnTo>
                  <a:pt x="1045893" y="308941"/>
                </a:lnTo>
                <a:lnTo>
                  <a:pt x="1069322" y="306811"/>
                </a:lnTo>
                <a:lnTo>
                  <a:pt x="1076245" y="298824"/>
                </a:lnTo>
                <a:lnTo>
                  <a:pt x="1076245" y="31519"/>
                </a:lnTo>
                <a:lnTo>
                  <a:pt x="1042698" y="31519"/>
                </a:lnTo>
                <a:lnTo>
                  <a:pt x="1042698" y="18207"/>
                </a:lnTo>
                <a:lnTo>
                  <a:pt x="1096479" y="2233"/>
                </a:lnTo>
                <a:close/>
                <a:moveTo>
                  <a:pt x="913306" y="110326"/>
                </a:moveTo>
                <a:lnTo>
                  <a:pt x="913306" y="127365"/>
                </a:lnTo>
                <a:cubicBezTo>
                  <a:pt x="899994" y="127365"/>
                  <a:pt x="889877" y="131625"/>
                  <a:pt x="881889" y="141742"/>
                </a:cubicBezTo>
                <a:cubicBezTo>
                  <a:pt x="873902" y="150794"/>
                  <a:pt x="870707" y="164106"/>
                  <a:pt x="870707" y="181146"/>
                </a:cubicBezTo>
                <a:cubicBezTo>
                  <a:pt x="870707" y="197120"/>
                  <a:pt x="873902" y="210432"/>
                  <a:pt x="882954" y="219484"/>
                </a:cubicBezTo>
                <a:cubicBezTo>
                  <a:pt x="890941" y="229601"/>
                  <a:pt x="901059" y="234394"/>
                  <a:pt x="913306" y="234394"/>
                </a:cubicBezTo>
                <a:lnTo>
                  <a:pt x="913306" y="252498"/>
                </a:lnTo>
                <a:cubicBezTo>
                  <a:pt x="912240" y="252498"/>
                  <a:pt x="911176" y="252498"/>
                  <a:pt x="910111" y="252498"/>
                </a:cubicBezTo>
                <a:lnTo>
                  <a:pt x="903189" y="252498"/>
                </a:lnTo>
                <a:cubicBezTo>
                  <a:pt x="901059" y="255693"/>
                  <a:pt x="899994" y="258355"/>
                  <a:pt x="898929" y="261550"/>
                </a:cubicBezTo>
                <a:cubicBezTo>
                  <a:pt x="898929" y="264745"/>
                  <a:pt x="897864" y="268472"/>
                  <a:pt x="897864" y="271667"/>
                </a:cubicBezTo>
                <a:cubicBezTo>
                  <a:pt x="897864" y="272732"/>
                  <a:pt x="898929" y="274862"/>
                  <a:pt x="898929" y="278590"/>
                </a:cubicBezTo>
                <a:cubicBezTo>
                  <a:pt x="898929" y="280719"/>
                  <a:pt x="898929" y="281784"/>
                  <a:pt x="898929" y="281784"/>
                </a:cubicBezTo>
                <a:lnTo>
                  <a:pt x="913838" y="283914"/>
                </a:lnTo>
                <a:lnTo>
                  <a:pt x="913838" y="315331"/>
                </a:lnTo>
                <a:lnTo>
                  <a:pt x="896799" y="312136"/>
                </a:lnTo>
                <a:cubicBezTo>
                  <a:pt x="884552" y="315331"/>
                  <a:pt x="875500" y="321188"/>
                  <a:pt x="868577" y="329175"/>
                </a:cubicBezTo>
                <a:cubicBezTo>
                  <a:pt x="861655" y="337162"/>
                  <a:pt x="858460" y="345150"/>
                  <a:pt x="858460" y="355267"/>
                </a:cubicBezTo>
                <a:cubicBezTo>
                  <a:pt x="858460" y="368579"/>
                  <a:pt x="864317" y="378696"/>
                  <a:pt x="875500" y="387748"/>
                </a:cubicBezTo>
                <a:cubicBezTo>
                  <a:pt x="885617" y="395735"/>
                  <a:pt x="897864" y="399995"/>
                  <a:pt x="913838" y="401060"/>
                </a:cubicBezTo>
                <a:lnTo>
                  <a:pt x="913838" y="420229"/>
                </a:lnTo>
                <a:cubicBezTo>
                  <a:pt x="910643" y="420229"/>
                  <a:pt x="906916" y="420229"/>
                  <a:pt x="902656" y="420229"/>
                </a:cubicBezTo>
                <a:cubicBezTo>
                  <a:pt x="877629" y="420229"/>
                  <a:pt x="858993" y="415969"/>
                  <a:pt x="845148" y="405852"/>
                </a:cubicBezTo>
                <a:cubicBezTo>
                  <a:pt x="830771" y="395735"/>
                  <a:pt x="823849" y="382423"/>
                  <a:pt x="823849" y="364319"/>
                </a:cubicBezTo>
                <a:cubicBezTo>
                  <a:pt x="823849" y="351007"/>
                  <a:pt x="828109" y="338227"/>
                  <a:pt x="836096" y="329175"/>
                </a:cubicBezTo>
                <a:cubicBezTo>
                  <a:pt x="845148" y="319058"/>
                  <a:pt x="856330" y="312136"/>
                  <a:pt x="871240" y="310006"/>
                </a:cubicBezTo>
                <a:cubicBezTo>
                  <a:pt x="870175" y="306811"/>
                  <a:pt x="869110" y="303084"/>
                  <a:pt x="868045" y="299889"/>
                </a:cubicBezTo>
                <a:cubicBezTo>
                  <a:pt x="866980" y="296694"/>
                  <a:pt x="866980" y="292967"/>
                  <a:pt x="866980" y="289772"/>
                </a:cubicBezTo>
                <a:cubicBezTo>
                  <a:pt x="866980" y="285512"/>
                  <a:pt x="869110" y="278590"/>
                  <a:pt x="872837" y="271667"/>
                </a:cubicBezTo>
                <a:cubicBezTo>
                  <a:pt x="876032" y="264745"/>
                  <a:pt x="880824" y="257290"/>
                  <a:pt x="888812" y="249303"/>
                </a:cubicBezTo>
                <a:cubicBezTo>
                  <a:pt x="871772" y="245043"/>
                  <a:pt x="858460" y="237056"/>
                  <a:pt x="848343" y="225874"/>
                </a:cubicBezTo>
                <a:cubicBezTo>
                  <a:pt x="839291" y="213627"/>
                  <a:pt x="833966" y="199783"/>
                  <a:pt x="833966" y="183276"/>
                </a:cubicBezTo>
                <a:cubicBezTo>
                  <a:pt x="833966" y="161976"/>
                  <a:pt x="841953" y="143872"/>
                  <a:pt x="857395" y="130560"/>
                </a:cubicBezTo>
                <a:cubicBezTo>
                  <a:pt x="870175" y="117248"/>
                  <a:pt x="889344" y="110326"/>
                  <a:pt x="913306" y="110326"/>
                </a:cubicBezTo>
                <a:lnTo>
                  <a:pt x="913306" y="110326"/>
                </a:lnTo>
                <a:close/>
                <a:moveTo>
                  <a:pt x="569856" y="325448"/>
                </a:moveTo>
                <a:lnTo>
                  <a:pt x="569856" y="309473"/>
                </a:lnTo>
                <a:lnTo>
                  <a:pt x="593285" y="307343"/>
                </a:lnTo>
                <a:lnTo>
                  <a:pt x="601272" y="299356"/>
                </a:lnTo>
                <a:lnTo>
                  <a:pt x="601272" y="141742"/>
                </a:lnTo>
                <a:lnTo>
                  <a:pt x="569856" y="141742"/>
                </a:lnTo>
                <a:lnTo>
                  <a:pt x="569856" y="127365"/>
                </a:lnTo>
                <a:lnTo>
                  <a:pt x="620442" y="112456"/>
                </a:lnTo>
                <a:lnTo>
                  <a:pt x="637481" y="112456"/>
                </a:lnTo>
                <a:lnTo>
                  <a:pt x="637481" y="135885"/>
                </a:lnTo>
                <a:cubicBezTo>
                  <a:pt x="654520" y="125768"/>
                  <a:pt x="668897" y="118846"/>
                  <a:pt x="680079" y="115651"/>
                </a:cubicBezTo>
                <a:cubicBezTo>
                  <a:pt x="690197" y="111391"/>
                  <a:pt x="699249" y="108729"/>
                  <a:pt x="708301" y="108729"/>
                </a:cubicBezTo>
                <a:cubicBezTo>
                  <a:pt x="727470" y="108729"/>
                  <a:pt x="741847" y="115651"/>
                  <a:pt x="751964" y="126833"/>
                </a:cubicBezTo>
                <a:cubicBezTo>
                  <a:pt x="762081" y="138015"/>
                  <a:pt x="766341" y="155054"/>
                  <a:pt x="766341" y="176354"/>
                </a:cubicBezTo>
                <a:lnTo>
                  <a:pt x="766341" y="298824"/>
                </a:lnTo>
                <a:lnTo>
                  <a:pt x="774328" y="306811"/>
                </a:lnTo>
                <a:lnTo>
                  <a:pt x="797757" y="308941"/>
                </a:lnTo>
                <a:lnTo>
                  <a:pt x="797757" y="324915"/>
                </a:lnTo>
                <a:lnTo>
                  <a:pt x="700846" y="324915"/>
                </a:lnTo>
                <a:lnTo>
                  <a:pt x="700846" y="308941"/>
                </a:lnTo>
                <a:lnTo>
                  <a:pt x="722145" y="306811"/>
                </a:lnTo>
                <a:lnTo>
                  <a:pt x="730133" y="298824"/>
                </a:lnTo>
                <a:lnTo>
                  <a:pt x="730133" y="182743"/>
                </a:lnTo>
                <a:cubicBezTo>
                  <a:pt x="730133" y="166769"/>
                  <a:pt x="726938" y="155587"/>
                  <a:pt x="720015" y="147599"/>
                </a:cubicBezTo>
                <a:cubicBezTo>
                  <a:pt x="713093" y="140677"/>
                  <a:pt x="701911" y="137482"/>
                  <a:pt x="684872" y="137482"/>
                </a:cubicBezTo>
                <a:cubicBezTo>
                  <a:pt x="677949" y="137482"/>
                  <a:pt x="671560" y="138547"/>
                  <a:pt x="662508" y="140677"/>
                </a:cubicBezTo>
                <a:cubicBezTo>
                  <a:pt x="654520" y="143872"/>
                  <a:pt x="645468" y="147599"/>
                  <a:pt x="636416" y="151859"/>
                </a:cubicBezTo>
                <a:lnTo>
                  <a:pt x="636416" y="298291"/>
                </a:lnTo>
                <a:lnTo>
                  <a:pt x="644403" y="306279"/>
                </a:lnTo>
                <a:lnTo>
                  <a:pt x="664637" y="308408"/>
                </a:lnTo>
                <a:lnTo>
                  <a:pt x="664637" y="324383"/>
                </a:lnTo>
                <a:lnTo>
                  <a:pt x="569856" y="324383"/>
                </a:lnTo>
                <a:lnTo>
                  <a:pt x="569856" y="325448"/>
                </a:lnTo>
                <a:close/>
                <a:moveTo>
                  <a:pt x="501166" y="15012"/>
                </a:moveTo>
                <a:cubicBezTo>
                  <a:pt x="509153" y="15012"/>
                  <a:pt x="514478" y="17142"/>
                  <a:pt x="519270" y="22999"/>
                </a:cubicBezTo>
                <a:cubicBezTo>
                  <a:pt x="525128" y="27259"/>
                  <a:pt x="527258" y="33116"/>
                  <a:pt x="527258" y="41104"/>
                </a:cubicBezTo>
                <a:cubicBezTo>
                  <a:pt x="527258" y="48026"/>
                  <a:pt x="525128" y="53351"/>
                  <a:pt x="519270" y="58143"/>
                </a:cubicBezTo>
                <a:cubicBezTo>
                  <a:pt x="515011" y="64000"/>
                  <a:pt x="509153" y="66130"/>
                  <a:pt x="501166" y="66130"/>
                </a:cubicBezTo>
                <a:cubicBezTo>
                  <a:pt x="494244" y="66130"/>
                  <a:pt x="488919" y="64000"/>
                  <a:pt x="484127" y="58143"/>
                </a:cubicBezTo>
                <a:cubicBezTo>
                  <a:pt x="478270" y="53883"/>
                  <a:pt x="476140" y="48026"/>
                  <a:pt x="476140" y="41104"/>
                </a:cubicBezTo>
                <a:cubicBezTo>
                  <a:pt x="476140" y="33116"/>
                  <a:pt x="478270" y="27792"/>
                  <a:pt x="484127" y="22999"/>
                </a:cubicBezTo>
                <a:cubicBezTo>
                  <a:pt x="488919" y="17142"/>
                  <a:pt x="494244" y="15012"/>
                  <a:pt x="501166" y="15012"/>
                </a:cubicBezTo>
                <a:lnTo>
                  <a:pt x="501166" y="15012"/>
                </a:lnTo>
                <a:close/>
                <a:moveTo>
                  <a:pt x="500101" y="112988"/>
                </a:moveTo>
                <a:lnTo>
                  <a:pt x="517141" y="112988"/>
                </a:lnTo>
                <a:lnTo>
                  <a:pt x="517141" y="299889"/>
                </a:lnTo>
                <a:lnTo>
                  <a:pt x="525128" y="307876"/>
                </a:lnTo>
                <a:lnTo>
                  <a:pt x="547492" y="310006"/>
                </a:lnTo>
                <a:lnTo>
                  <a:pt x="547492" y="325980"/>
                </a:lnTo>
                <a:lnTo>
                  <a:pt x="449516" y="325980"/>
                </a:lnTo>
                <a:lnTo>
                  <a:pt x="449516" y="310006"/>
                </a:lnTo>
                <a:lnTo>
                  <a:pt x="472945" y="307876"/>
                </a:lnTo>
                <a:lnTo>
                  <a:pt x="479867" y="299889"/>
                </a:lnTo>
                <a:lnTo>
                  <a:pt x="479867" y="142275"/>
                </a:lnTo>
                <a:lnTo>
                  <a:pt x="449516" y="142275"/>
                </a:lnTo>
                <a:lnTo>
                  <a:pt x="449516" y="127365"/>
                </a:lnTo>
                <a:lnTo>
                  <a:pt x="500101" y="112988"/>
                </a:lnTo>
                <a:lnTo>
                  <a:pt x="500101" y="112988"/>
                </a:lnTo>
                <a:close/>
                <a:moveTo>
                  <a:pt x="410112" y="119378"/>
                </a:moveTo>
                <a:lnTo>
                  <a:pt x="410112" y="168899"/>
                </a:lnTo>
                <a:lnTo>
                  <a:pt x="388813" y="168899"/>
                </a:lnTo>
                <a:lnTo>
                  <a:pt x="384553" y="138547"/>
                </a:lnTo>
                <a:cubicBezTo>
                  <a:pt x="378696" y="135353"/>
                  <a:pt x="373371" y="132690"/>
                  <a:pt x="368579" y="130560"/>
                </a:cubicBezTo>
                <a:cubicBezTo>
                  <a:pt x="362721" y="129495"/>
                  <a:pt x="357397" y="128430"/>
                  <a:pt x="352604" y="128430"/>
                </a:cubicBezTo>
                <a:cubicBezTo>
                  <a:pt x="340357" y="128430"/>
                  <a:pt x="332370" y="131625"/>
                  <a:pt x="325448" y="137482"/>
                </a:cubicBezTo>
                <a:cubicBezTo>
                  <a:pt x="318526" y="143340"/>
                  <a:pt x="315331" y="149730"/>
                  <a:pt x="315331" y="159847"/>
                </a:cubicBezTo>
                <a:cubicBezTo>
                  <a:pt x="315331" y="168899"/>
                  <a:pt x="318526" y="175821"/>
                  <a:pt x="323318" y="181146"/>
                </a:cubicBezTo>
                <a:cubicBezTo>
                  <a:pt x="329175" y="187003"/>
                  <a:pt x="337695" y="192328"/>
                  <a:pt x="352604" y="200315"/>
                </a:cubicBezTo>
                <a:cubicBezTo>
                  <a:pt x="354734" y="201380"/>
                  <a:pt x="358462" y="202445"/>
                  <a:pt x="363786" y="204575"/>
                </a:cubicBezTo>
                <a:cubicBezTo>
                  <a:pt x="379761" y="212562"/>
                  <a:pt x="392008" y="218952"/>
                  <a:pt x="399995" y="224809"/>
                </a:cubicBezTo>
                <a:cubicBezTo>
                  <a:pt x="404255" y="229069"/>
                  <a:pt x="409047" y="234926"/>
                  <a:pt x="412242" y="241848"/>
                </a:cubicBezTo>
                <a:cubicBezTo>
                  <a:pt x="414372" y="247706"/>
                  <a:pt x="415437" y="255160"/>
                  <a:pt x="415437" y="263148"/>
                </a:cubicBezTo>
                <a:cubicBezTo>
                  <a:pt x="415437" y="283382"/>
                  <a:pt x="408515" y="299356"/>
                  <a:pt x="394138" y="311603"/>
                </a:cubicBezTo>
                <a:cubicBezTo>
                  <a:pt x="379761" y="322785"/>
                  <a:pt x="358994" y="328643"/>
                  <a:pt x="334500" y="328643"/>
                </a:cubicBezTo>
                <a:cubicBezTo>
                  <a:pt x="323318" y="328643"/>
                  <a:pt x="313201" y="327578"/>
                  <a:pt x="304149" y="326513"/>
                </a:cubicBezTo>
                <a:cubicBezTo>
                  <a:pt x="294031" y="325448"/>
                  <a:pt x="284979" y="323318"/>
                  <a:pt x="276992" y="319591"/>
                </a:cubicBezTo>
                <a:lnTo>
                  <a:pt x="276992" y="262083"/>
                </a:lnTo>
                <a:lnTo>
                  <a:pt x="298291" y="262083"/>
                </a:lnTo>
                <a:lnTo>
                  <a:pt x="302551" y="299356"/>
                </a:lnTo>
                <a:cubicBezTo>
                  <a:pt x="309473" y="303616"/>
                  <a:pt x="314798" y="306279"/>
                  <a:pt x="321720" y="307343"/>
                </a:cubicBezTo>
                <a:cubicBezTo>
                  <a:pt x="327578" y="309473"/>
                  <a:pt x="333967" y="310538"/>
                  <a:pt x="340890" y="310538"/>
                </a:cubicBezTo>
                <a:cubicBezTo>
                  <a:pt x="353137" y="310538"/>
                  <a:pt x="362189" y="307343"/>
                  <a:pt x="370176" y="300421"/>
                </a:cubicBezTo>
                <a:cubicBezTo>
                  <a:pt x="378163" y="293499"/>
                  <a:pt x="381358" y="285512"/>
                  <a:pt x="381358" y="274330"/>
                </a:cubicBezTo>
                <a:cubicBezTo>
                  <a:pt x="381358" y="265278"/>
                  <a:pt x="379228" y="258355"/>
                  <a:pt x="373371" y="253031"/>
                </a:cubicBezTo>
                <a:cubicBezTo>
                  <a:pt x="369111" y="247173"/>
                  <a:pt x="356332" y="239719"/>
                  <a:pt x="336097" y="230666"/>
                </a:cubicBezTo>
                <a:cubicBezTo>
                  <a:pt x="314798" y="221614"/>
                  <a:pt x="299889" y="211497"/>
                  <a:pt x="292434" y="203510"/>
                </a:cubicBezTo>
                <a:cubicBezTo>
                  <a:pt x="284447" y="194458"/>
                  <a:pt x="280187" y="183276"/>
                  <a:pt x="280187" y="171029"/>
                </a:cubicBezTo>
                <a:cubicBezTo>
                  <a:pt x="280187" y="151859"/>
                  <a:pt x="287109" y="135885"/>
                  <a:pt x="300421" y="125768"/>
                </a:cubicBezTo>
                <a:cubicBezTo>
                  <a:pt x="313733" y="114586"/>
                  <a:pt x="332902" y="108729"/>
                  <a:pt x="357929" y="108729"/>
                </a:cubicBezTo>
                <a:cubicBezTo>
                  <a:pt x="368046" y="108729"/>
                  <a:pt x="377098" y="109794"/>
                  <a:pt x="386150" y="111923"/>
                </a:cubicBezTo>
                <a:cubicBezTo>
                  <a:pt x="394138" y="114053"/>
                  <a:pt x="402125" y="116183"/>
                  <a:pt x="410112" y="119378"/>
                </a:cubicBezTo>
                <a:lnTo>
                  <a:pt x="410112" y="119378"/>
                </a:lnTo>
                <a:close/>
                <a:moveTo>
                  <a:pt x="3297" y="31519"/>
                </a:moveTo>
                <a:lnTo>
                  <a:pt x="250901" y="31519"/>
                </a:lnTo>
                <a:lnTo>
                  <a:pt x="250901" y="98079"/>
                </a:lnTo>
                <a:lnTo>
                  <a:pt x="227471" y="98079"/>
                </a:lnTo>
                <a:lnTo>
                  <a:pt x="221614" y="57610"/>
                </a:lnTo>
                <a:lnTo>
                  <a:pt x="214692" y="50688"/>
                </a:lnTo>
                <a:lnTo>
                  <a:pt x="148132" y="50688"/>
                </a:lnTo>
                <a:lnTo>
                  <a:pt x="148132" y="298291"/>
                </a:lnTo>
                <a:lnTo>
                  <a:pt x="155054" y="305214"/>
                </a:lnTo>
                <a:lnTo>
                  <a:pt x="184341" y="307343"/>
                </a:lnTo>
                <a:lnTo>
                  <a:pt x="184341" y="325448"/>
                </a:lnTo>
                <a:lnTo>
                  <a:pt x="70390" y="325448"/>
                </a:lnTo>
                <a:lnTo>
                  <a:pt x="70390" y="307343"/>
                </a:lnTo>
                <a:lnTo>
                  <a:pt x="99676" y="305214"/>
                </a:lnTo>
                <a:lnTo>
                  <a:pt x="106598" y="298291"/>
                </a:lnTo>
                <a:lnTo>
                  <a:pt x="106598" y="50688"/>
                </a:lnTo>
                <a:lnTo>
                  <a:pt x="40039" y="50688"/>
                </a:lnTo>
                <a:lnTo>
                  <a:pt x="33116" y="57610"/>
                </a:lnTo>
                <a:lnTo>
                  <a:pt x="27259" y="98079"/>
                </a:lnTo>
                <a:lnTo>
                  <a:pt x="2233" y="98079"/>
                </a:lnTo>
                <a:lnTo>
                  <a:pt x="2233" y="31519"/>
                </a:lnTo>
                <a:close/>
              </a:path>
            </a:pathLst>
          </a:custGeom>
          <a:solidFill>
            <a:srgbClr val="81308C"/>
          </a:solidFill>
          <a:ln w="0">
            <a:noFill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393" y="336709"/>
            <a:ext cx="544449" cy="544449"/>
          </a:xfrm>
          <a:prstGeom prst="rect">
            <a:avLst/>
          </a:prstGeom>
        </p:spPr>
      </p:pic>
      <p:sp>
        <p:nvSpPr>
          <p:cNvPr id="9" name="template-course-label"/>
          <p:cNvSpPr>
            <a:spLocks noGrp="1"/>
          </p:cNvSpPr>
          <p:nvPr/>
        </p:nvSpPr>
        <p:spPr>
          <a:xfrm>
            <a:off x="2686050" y="342900"/>
            <a:ext cx="4572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HCI P0</a:t>
            </a:r>
            <a:endParaRPr sz="24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slide-title"/>
          <p:cNvSpPr>
            <a:spLocks noGrp="1"/>
          </p:cNvSpPr>
          <p:nvPr/>
        </p:nvSpPr>
        <p:spPr>
          <a:xfrm>
            <a:off x="609600" y="11049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00" b="1">
                <a:solidFill>
                  <a:srgbClr val="703881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>
              <a:defRPr sz="3100" b="1">
                <a:solidFill>
                  <a:srgbClr val="703881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00" b="1">
                <a:solidFill>
                  <a:srgbClr val="703881"/>
                </a:solidFill>
                <a:latin typeface="Noto Serif CJK SC"/>
                <a:ea typeface="Noto Serif CJK SC"/>
                <a:cs typeface="Noto Serif CJK SC"/>
              </a:rPr>
              <a:t>从零散课程通知到可执行计划</a:t>
            </a:r>
            <a:endParaRPr sz="3100" b="1">
              <a:solidFill>
                <a:srgbClr val="703881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1" name="page-number"/>
          <p:cNvSpPr>
            <a:spLocks noGrp="1"/>
          </p:cNvSpPr>
          <p:nvPr/>
        </p:nvSpPr>
        <p:spPr>
          <a:xfrm>
            <a:off x="11306175" y="6486525"/>
            <a:ext cx="4095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30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target-users"/>
          <p:cNvSpPr>
            <a:spLocks noGrp="1"/>
          </p:cNvSpPr>
          <p:nvPr/>
        </p:nvSpPr>
        <p:spPr>
          <a:xfrm>
            <a:off x="628650" y="1790700"/>
            <a:ext cx="10877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1800" b="0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    </a:t>
            </a:r>
            <a:r>
              <a:rPr lang="en-US" sz="18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sz="18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目标用户：</a:t>
            </a:r>
            <a:r>
              <a:rPr sz="1800" b="0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同时管理多门课程的大学生</a:t>
            </a:r>
            <a:endParaRPr sz="1800" b="0">
              <a:solidFill>
                <a:srgbClr val="302A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notice-channels"/>
          <p:cNvSpPr>
            <a:spLocks noGrp="1"/>
          </p:cNvSpPr>
          <p:nvPr/>
        </p:nvSpPr>
        <p:spPr>
          <a:xfrm>
            <a:off x="628650" y="2266950"/>
            <a:ext cx="4572000" cy="838200"/>
          </a:xfrm>
          <a:prstGeom prst="roundRect">
            <a:avLst>
              <a:gd name="adj" fmla="val 9091"/>
            </a:avLst>
          </a:prstGeom>
          <a:solidFill>
            <a:srgbClr val="F5EDF7"/>
          </a:solidFill>
          <a:ln w="11430">
            <a:solidFill>
              <a:srgbClr val="E8D7ED"/>
            </a:solidFill>
          </a:ln>
        </p:spPr>
      </p:sp>
      <p:sp>
        <p:nvSpPr>
          <p:cNvPr id="14" name="wechat"/>
          <p:cNvSpPr>
            <a:spLocks noGrp="1"/>
          </p:cNvSpPr>
          <p:nvPr/>
        </p:nvSpPr>
        <p:spPr>
          <a:xfrm>
            <a:off x="828675" y="2419350"/>
            <a:ext cx="1990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·</a:t>
            </a:r>
            <a:r>
              <a:rPr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微信群</a:t>
            </a:r>
            <a:endParaRPr sz="1725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platform"/>
          <p:cNvSpPr>
            <a:spLocks noGrp="1"/>
          </p:cNvSpPr>
          <p:nvPr/>
        </p:nvSpPr>
        <p:spPr>
          <a:xfrm>
            <a:off x="2952750" y="2419350"/>
            <a:ext cx="209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·</a:t>
            </a:r>
            <a:r>
              <a:rPr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教学平台</a:t>
            </a:r>
            <a:endParaRPr sz="1725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email"/>
          <p:cNvSpPr>
            <a:spLocks noGrp="1"/>
          </p:cNvSpPr>
          <p:nvPr/>
        </p:nvSpPr>
        <p:spPr>
          <a:xfrm>
            <a:off x="828675" y="2781300"/>
            <a:ext cx="1990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·</a:t>
            </a:r>
            <a:r>
              <a:rPr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邮件</a:t>
            </a:r>
            <a:endParaRPr sz="1725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classroom"/>
          <p:cNvSpPr>
            <a:spLocks noGrp="1"/>
          </p:cNvSpPr>
          <p:nvPr/>
        </p:nvSpPr>
        <p:spPr>
          <a:xfrm>
            <a:off x="2952750" y="2781300"/>
            <a:ext cx="2133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·</a:t>
            </a:r>
            <a:r>
              <a:rPr sz="1725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课堂通知</a:t>
            </a:r>
            <a:endParaRPr sz="1725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student"/>
          <p:cNvSpPr>
            <a:spLocks noGrp="1"/>
          </p:cNvSpPr>
          <p:nvPr/>
        </p:nvSpPr>
        <p:spPr>
          <a:xfrm>
            <a:off x="5905500" y="2266950"/>
            <a:ext cx="1866900" cy="838200"/>
          </a:xfrm>
          <a:prstGeom prst="roundRect">
            <a:avLst>
              <a:gd name="adj" fmla="val 9091"/>
            </a:avLst>
          </a:prstGeom>
          <a:solidFill>
            <a:srgbClr val="BB87CB"/>
          </a:solidFill>
          <a:ln w="0">
            <a:noFill/>
          </a:ln>
        </p:spPr>
      </p:sp>
      <p:sp>
        <p:nvSpPr>
          <p:cNvPr id="19" name="student-label"/>
          <p:cNvSpPr>
            <a:spLocks noGrp="1"/>
          </p:cNvSpPr>
          <p:nvPr/>
        </p:nvSpPr>
        <p:spPr>
          <a:xfrm>
            <a:off x="6096000" y="2524125"/>
            <a:ext cx="1485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学生</a:t>
            </a:r>
            <a:endParaRPr sz="21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next-action"/>
          <p:cNvSpPr>
            <a:spLocks noGrp="1"/>
          </p:cNvSpPr>
          <p:nvPr/>
        </p:nvSpPr>
        <p:spPr>
          <a:xfrm>
            <a:off x="8496300" y="2266950"/>
            <a:ext cx="3038475" cy="838200"/>
          </a:xfrm>
          <a:prstGeom prst="roundRect">
            <a:avLst>
              <a:gd name="adj" fmla="val 9091"/>
            </a:avLst>
          </a:prstGeom>
          <a:solidFill>
            <a:srgbClr val="703881"/>
          </a:solidFill>
          <a:ln w="0">
            <a:noFill/>
          </a:ln>
        </p:spPr>
      </p:sp>
      <p:sp>
        <p:nvSpPr>
          <p:cNvPr id="21" name="next-action-question"/>
          <p:cNvSpPr>
            <a:spLocks noGrp="1"/>
          </p:cNvSpPr>
          <p:nvPr/>
        </p:nvSpPr>
        <p:spPr>
          <a:xfrm>
            <a:off x="8715375" y="2495550"/>
            <a:ext cx="260032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下一步该做什么？</a:t>
            </a:r>
            <a:endParaRPr sz="20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右箭头 21"/>
          <p:cNvSpPr>
            <a:spLocks noGrp="1"/>
          </p:cNvSpPr>
          <p:nvPr/>
        </p:nvSpPr>
        <p:spPr>
          <a:xfrm>
            <a:off x="5238750" y="2628900"/>
            <a:ext cx="628650" cy="114300"/>
          </a:xfrm>
          <a:prstGeom prst="rightArrow">
            <a:avLst/>
          </a:prstGeom>
          <a:solidFill>
            <a:srgbClr val="A45EBA"/>
          </a:solidFill>
          <a:ln w="0">
            <a:noFill/>
          </a:ln>
        </p:spPr>
      </p:sp>
      <p:sp>
        <p:nvSpPr>
          <p:cNvPr id="23" name="右箭头 22"/>
          <p:cNvSpPr>
            <a:spLocks noGrp="1"/>
          </p:cNvSpPr>
          <p:nvPr/>
        </p:nvSpPr>
        <p:spPr>
          <a:xfrm>
            <a:off x="7810500" y="2628900"/>
            <a:ext cx="647700" cy="114300"/>
          </a:xfrm>
          <a:prstGeom prst="rightArrow">
            <a:avLst/>
          </a:prstGeom>
          <a:solidFill>
            <a:srgbClr val="A45EBA"/>
          </a:solidFill>
          <a:ln w="0">
            <a:noFill/>
          </a:ln>
        </p:spPr>
      </p:sp>
      <p:sp>
        <p:nvSpPr>
          <p:cNvPr id="24" name="evidence-status"/>
          <p:cNvSpPr>
            <a:spLocks noGrp="1"/>
          </p:cNvSpPr>
          <p:nvPr/>
        </p:nvSpPr>
        <p:spPr>
          <a:xfrm>
            <a:off x="628650" y="3448050"/>
            <a:ext cx="10877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altLang="zh-CN" sz="1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    </a:t>
            </a:r>
            <a:r>
              <a:rPr lang="zh-CN" altLang="en-US" sz="1400" b="1">
                <a:solidFill>
                  <a:srgbClr val="703881"/>
                </a:solidFill>
                <a:latin typeface="Noto Sans CJK SC"/>
                <a:ea typeface="宋体" panose="02010600030101010101" pitchFamily="2" charset="-122"/>
                <a:cs typeface="Noto Sans CJK SC"/>
              </a:rPr>
              <a:t>【</a:t>
            </a:r>
            <a:r>
              <a:rPr lang="zh-CN" altLang="en-US" sz="1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初步判断：以下问题将在 </a:t>
            </a:r>
            <a:r>
              <a:rPr lang="en-US" altLang="zh-CN" sz="1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P1 </a:t>
            </a:r>
            <a:r>
              <a:rPr lang="zh-CN" altLang="en-US" sz="1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用户研究中验证】</a:t>
            </a:r>
            <a:endParaRPr lang="zh-CN" altLang="en-US" sz="14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breakdown-0-number"/>
          <p:cNvSpPr>
            <a:spLocks noGrp="1"/>
          </p:cNvSpPr>
          <p:nvPr/>
        </p:nvSpPr>
        <p:spPr>
          <a:xfrm>
            <a:off x="628650" y="389255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5" b="1">
                <a:solidFill>
                  <a:srgbClr val="A45EB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305" b="1">
                <a:solidFill>
                  <a:srgbClr val="A45EB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05" b="1">
                <a:solidFill>
                  <a:srgbClr val="A45EBA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305" b="1">
              <a:solidFill>
                <a:srgbClr val="A45EB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breakdown-0-title"/>
          <p:cNvSpPr>
            <a:spLocks noGrp="1"/>
          </p:cNvSpPr>
          <p:nvPr/>
        </p:nvSpPr>
        <p:spPr>
          <a:xfrm>
            <a:off x="1143000" y="3940175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任务与截止时间分散</a:t>
            </a:r>
            <a:endParaRPr sz="1800" b="1">
              <a:solidFill>
                <a:srgbClr val="302A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breakdown-0-body"/>
          <p:cNvSpPr>
            <a:spLocks noGrp="1"/>
          </p:cNvSpPr>
          <p:nvPr/>
        </p:nvSpPr>
        <p:spPr>
          <a:xfrm>
            <a:off x="1094105" y="4334510"/>
            <a:ext cx="2905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课程任务与截止时间</a:t>
            </a:r>
            <a:endParaRPr sz="1725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分散在不同渠道</a:t>
            </a:r>
            <a:endParaRPr sz="1725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breakdown-1-number"/>
          <p:cNvSpPr>
            <a:spLocks noGrp="1"/>
          </p:cNvSpPr>
          <p:nvPr/>
        </p:nvSpPr>
        <p:spPr>
          <a:xfrm>
            <a:off x="4305300" y="389255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5" b="1">
                <a:solidFill>
                  <a:srgbClr val="A45EB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305" b="1">
                <a:solidFill>
                  <a:srgbClr val="A45EB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05" b="1">
                <a:solidFill>
                  <a:srgbClr val="A45EBA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305" b="1">
              <a:solidFill>
                <a:srgbClr val="A45EB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breakdown-1-title"/>
          <p:cNvSpPr>
            <a:spLocks noGrp="1"/>
          </p:cNvSpPr>
          <p:nvPr/>
        </p:nvSpPr>
        <p:spPr>
          <a:xfrm>
            <a:off x="4819650" y="3940175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反复查阅信息来源</a:t>
            </a:r>
            <a:endParaRPr sz="1800" b="1">
              <a:solidFill>
                <a:srgbClr val="302A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breakdown-1-body"/>
          <p:cNvSpPr>
            <a:spLocks noGrp="1"/>
          </p:cNvSpPr>
          <p:nvPr/>
        </p:nvSpPr>
        <p:spPr>
          <a:xfrm>
            <a:off x="4777740" y="4348480"/>
            <a:ext cx="2905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学生可能反复检查</a:t>
            </a:r>
            <a:endParaRPr sz="1725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多个信息来源</a:t>
            </a:r>
            <a:endParaRPr sz="1725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breakdown-2-number"/>
          <p:cNvSpPr>
            <a:spLocks noGrp="1"/>
          </p:cNvSpPr>
          <p:nvPr/>
        </p:nvSpPr>
        <p:spPr>
          <a:xfrm>
            <a:off x="7981950" y="389255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5" b="1">
                <a:solidFill>
                  <a:srgbClr val="A45EB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305" b="1">
                <a:solidFill>
                  <a:srgbClr val="A45EB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05" b="1">
                <a:solidFill>
                  <a:srgbClr val="A45EBA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305" b="1">
              <a:solidFill>
                <a:srgbClr val="A45EB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breakdown-2-title"/>
          <p:cNvSpPr>
            <a:spLocks noGrp="1"/>
          </p:cNvSpPr>
          <p:nvPr/>
        </p:nvSpPr>
        <p:spPr>
          <a:xfrm>
            <a:off x="8496300" y="3905250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工作量不清晰</a:t>
            </a:r>
            <a:endParaRPr sz="1800" b="1">
              <a:solidFill>
                <a:srgbClr val="302A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breakdown-2-body"/>
          <p:cNvSpPr>
            <a:spLocks noGrp="1"/>
          </p:cNvSpPr>
          <p:nvPr/>
        </p:nvSpPr>
        <p:spPr>
          <a:xfrm>
            <a:off x="8412480" y="4320540"/>
            <a:ext cx="2905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可能遗漏任务</a:t>
            </a:r>
            <a:endParaRPr sz="1725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或启动过晚</a:t>
            </a:r>
            <a:endParaRPr sz="1725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problem-label"/>
          <p:cNvSpPr>
            <a:spLocks noGrp="1"/>
          </p:cNvSpPr>
          <p:nvPr/>
        </p:nvSpPr>
        <p:spPr>
          <a:xfrm>
            <a:off x="628650" y="5629275"/>
            <a:ext cx="108299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00" b="1">
                <a:solidFill>
                  <a:srgbClr val="E8D7E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300" b="1">
                <a:solidFill>
                  <a:srgbClr val="E8D7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00" b="1">
                <a:solidFill>
                  <a:srgbClr val="E8D7ED"/>
                </a:solidFill>
                <a:latin typeface="Noto Sans CJK SC"/>
                <a:ea typeface="Noto Sans CJK SC"/>
                <a:cs typeface="Noto Sans CJK SC"/>
              </a:rPr>
              <a:t>问题定义</a:t>
            </a:r>
            <a:endParaRPr sz="1300" b="1">
              <a:solidFill>
                <a:srgbClr val="E8D7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problem-statement"/>
          <p:cNvSpPr>
            <a:spLocks noGrp="1"/>
          </p:cNvSpPr>
          <p:nvPr/>
        </p:nvSpPr>
        <p:spPr>
          <a:xfrm>
            <a:off x="628650" y="5953125"/>
            <a:ext cx="106870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同时管理多门课程的学生，难以将零散课程信息转化为可靠的行动判断：</a:t>
            </a:r>
            <a:endParaRPr sz="170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下一步该做什么，以及如何持续推进历时数周的学习任务。</a:t>
            </a:r>
            <a:endParaRPr sz="170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1DD">
            <a:alpha val="48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template-footer"/>
          <p:cNvSpPr>
            <a:spLocks noGrp="1"/>
          </p:cNvSpPr>
          <p:nvPr/>
        </p:nvSpPr>
        <p:spPr>
          <a:xfrm>
            <a:off x="0" y="5454777"/>
            <a:ext cx="12192000" cy="1403223"/>
          </a:xfrm>
          <a:prstGeom prst="rect">
            <a:avLst/>
          </a:prstGeom>
          <a:solidFill>
            <a:srgbClr val="703881"/>
          </a:solidFill>
          <a:ln w="0">
            <a:noFill/>
          </a:ln>
        </p:spPr>
      </p:sp>
      <p:sp>
        <p:nvSpPr>
          <p:cNvPr id="2" name="template-chevron-0"/>
          <p:cNvSpPr>
            <a:spLocks noGrp="1"/>
          </p:cNvSpPr>
          <p:nvPr/>
        </p:nvSpPr>
        <p:spPr>
          <a:xfrm>
            <a:off x="604076" y="368618"/>
            <a:ext cx="548069" cy="406718"/>
          </a:xfrm>
          <a:prstGeom prst="chevron">
            <a:avLst/>
          </a:prstGeom>
          <a:solidFill>
            <a:srgbClr val="D3B1DD"/>
          </a:solidFill>
          <a:ln w="0">
            <a:noFill/>
          </a:ln>
        </p:spPr>
      </p:sp>
      <p:sp>
        <p:nvSpPr>
          <p:cNvPr id="3" name="template-chevron-1"/>
          <p:cNvSpPr>
            <a:spLocks noGrp="1"/>
          </p:cNvSpPr>
          <p:nvPr/>
        </p:nvSpPr>
        <p:spPr>
          <a:xfrm>
            <a:off x="1050798" y="368618"/>
            <a:ext cx="548069" cy="406718"/>
          </a:xfrm>
          <a:prstGeom prst="chevron">
            <a:avLst/>
          </a:prstGeom>
          <a:solidFill>
            <a:srgbClr val="BB87CB"/>
          </a:solidFill>
          <a:ln w="0">
            <a:noFill/>
          </a:ln>
        </p:spPr>
      </p:sp>
      <p:sp>
        <p:nvSpPr>
          <p:cNvPr id="4" name="template-chevron-2"/>
          <p:cNvSpPr>
            <a:spLocks noGrp="1"/>
          </p:cNvSpPr>
          <p:nvPr/>
        </p:nvSpPr>
        <p:spPr>
          <a:xfrm>
            <a:off x="1491710" y="379000"/>
            <a:ext cx="548069" cy="406718"/>
          </a:xfrm>
          <a:prstGeom prst="chevron">
            <a:avLst/>
          </a:prstGeom>
          <a:solidFill>
            <a:srgbClr val="A45EBA"/>
          </a:solidFill>
          <a:ln w="0">
            <a:noFill/>
          </a:ln>
        </p:spPr>
      </p:sp>
      <p:sp>
        <p:nvSpPr>
          <p:cNvPr id="5" name="template-chevron-3"/>
          <p:cNvSpPr>
            <a:spLocks noGrp="1"/>
          </p:cNvSpPr>
          <p:nvPr/>
        </p:nvSpPr>
        <p:spPr>
          <a:xfrm>
            <a:off x="1938338" y="379000"/>
            <a:ext cx="548069" cy="406718"/>
          </a:xfrm>
          <a:prstGeom prst="chevron">
            <a:avLst/>
          </a:prstGeom>
          <a:solidFill>
            <a:srgbClr val="703881"/>
          </a:solidFill>
          <a:ln w="0">
            <a:noFill/>
          </a:ln>
        </p:spPr>
      </p:sp>
      <p:sp>
        <p:nvSpPr>
          <p:cNvPr id="6" name="original-template-logo-0"/>
          <p:cNvSpPr>
            <a:spLocks noGrp="1"/>
          </p:cNvSpPr>
          <p:nvPr/>
        </p:nvSpPr>
        <p:spPr>
          <a:xfrm>
            <a:off x="10622756" y="324041"/>
            <a:ext cx="1271683" cy="403574"/>
          </a:xfrm>
          <a:custGeom>
            <a:avLst/>
            <a:gdLst/>
            <a:ahLst/>
            <a:cxnLst/>
            <a:pathLst>
              <a:path w="3812022" h="1325394">
                <a:moveTo>
                  <a:pt x="3528743" y="1166183"/>
                </a:moveTo>
                <a:cubicBezTo>
                  <a:pt x="3531938" y="1169377"/>
                  <a:pt x="3534601" y="1174170"/>
                  <a:pt x="3537795" y="1178430"/>
                </a:cubicBezTo>
                <a:cubicBezTo>
                  <a:pt x="3538860" y="1199729"/>
                  <a:pt x="3537795" y="1230080"/>
                  <a:pt x="3528743" y="1258302"/>
                </a:cubicBezTo>
                <a:close/>
                <a:moveTo>
                  <a:pt x="3234282" y="1082322"/>
                </a:moveTo>
                <a:lnTo>
                  <a:pt x="3234282" y="1163814"/>
                </a:lnTo>
                <a:lnTo>
                  <a:pt x="3194545" y="1145948"/>
                </a:lnTo>
                <a:cubicBezTo>
                  <a:pt x="3184361" y="1137428"/>
                  <a:pt x="3178371" y="1125980"/>
                  <a:pt x="3179436" y="1110272"/>
                </a:cubicBezTo>
                <a:close/>
                <a:moveTo>
                  <a:pt x="3429169" y="1002179"/>
                </a:moveTo>
                <a:cubicBezTo>
                  <a:pt x="3447274" y="1016556"/>
                  <a:pt x="3489872" y="1011231"/>
                  <a:pt x="3528210" y="1004309"/>
                </a:cubicBezTo>
                <a:lnTo>
                  <a:pt x="3528210" y="1113467"/>
                </a:lnTo>
                <a:cubicBezTo>
                  <a:pt x="3515964" y="1125714"/>
                  <a:pt x="3513834" y="1141688"/>
                  <a:pt x="3528210" y="1166183"/>
                </a:cubicBezTo>
                <a:lnTo>
                  <a:pt x="3528210" y="1258302"/>
                </a:lnTo>
                <a:cubicBezTo>
                  <a:pt x="3519691" y="1290250"/>
                  <a:pt x="3500522" y="1318472"/>
                  <a:pt x="3467508" y="1325394"/>
                </a:cubicBezTo>
                <a:cubicBezTo>
                  <a:pt x="3423844" y="1313147"/>
                  <a:pt x="3233217" y="1258834"/>
                  <a:pt x="3260373" y="1211443"/>
                </a:cubicBezTo>
                <a:cubicBezTo>
                  <a:pt x="3304036" y="1210378"/>
                  <a:pt x="3374324" y="1252977"/>
                  <a:pt x="3440351" y="1243925"/>
                </a:cubicBezTo>
                <a:cubicBezTo>
                  <a:pt x="3461650" y="1213573"/>
                  <a:pt x="3451534" y="1144883"/>
                  <a:pt x="3440351" y="1117727"/>
                </a:cubicBezTo>
                <a:cubicBezTo>
                  <a:pt x="3378584" y="1119857"/>
                  <a:pt x="3357284" y="1157130"/>
                  <a:pt x="3310959" y="1173105"/>
                </a:cubicBezTo>
                <a:cubicBezTo>
                  <a:pt x="3288595" y="1170975"/>
                  <a:pt x="3259308" y="1169910"/>
                  <a:pt x="3234282" y="1164053"/>
                </a:cubicBezTo>
                <a:lnTo>
                  <a:pt x="3234282" y="1163814"/>
                </a:lnTo>
                <a:lnTo>
                  <a:pt x="3234814" y="1164053"/>
                </a:lnTo>
                <a:lnTo>
                  <a:pt x="3234814" y="1082051"/>
                </a:lnTo>
                <a:lnTo>
                  <a:pt x="3234282" y="1082322"/>
                </a:lnTo>
                <a:lnTo>
                  <a:pt x="3234282" y="1082051"/>
                </a:lnTo>
                <a:cubicBezTo>
                  <a:pt x="3283802" y="1061816"/>
                  <a:pt x="3340245" y="1046907"/>
                  <a:pt x="3391896" y="1031465"/>
                </a:cubicBezTo>
                <a:cubicBezTo>
                  <a:pt x="3415325" y="1013361"/>
                  <a:pt x="3380714" y="997919"/>
                  <a:pt x="3429169" y="1002179"/>
                </a:cubicBezTo>
                <a:close/>
                <a:moveTo>
                  <a:pt x="3580394" y="994192"/>
                </a:moveTo>
                <a:cubicBezTo>
                  <a:pt x="3600628" y="1000049"/>
                  <a:pt x="3616603" y="1004309"/>
                  <a:pt x="3644824" y="1024543"/>
                </a:cubicBezTo>
                <a:cubicBezTo>
                  <a:pt x="3645889" y="1077258"/>
                  <a:pt x="3560159" y="1084181"/>
                  <a:pt x="3528743" y="1113467"/>
                </a:cubicBezTo>
                <a:lnTo>
                  <a:pt x="3528743" y="1004309"/>
                </a:lnTo>
                <a:cubicBezTo>
                  <a:pt x="3547913" y="1001114"/>
                  <a:pt x="3567082" y="996321"/>
                  <a:pt x="3580394" y="994192"/>
                </a:cubicBezTo>
                <a:close/>
                <a:moveTo>
                  <a:pt x="2529346" y="901606"/>
                </a:moveTo>
                <a:cubicBezTo>
                  <a:pt x="2533006" y="901673"/>
                  <a:pt x="2537799" y="903404"/>
                  <a:pt x="2547916" y="909528"/>
                </a:cubicBezTo>
                <a:cubicBezTo>
                  <a:pt x="2555903" y="927632"/>
                  <a:pt x="2579332" y="953723"/>
                  <a:pt x="2608619" y="977152"/>
                </a:cubicBezTo>
                <a:cubicBezTo>
                  <a:pt x="2644827" y="1008569"/>
                  <a:pt x="2689556" y="1038920"/>
                  <a:pt x="2718842" y="1051700"/>
                </a:cubicBezTo>
                <a:cubicBezTo>
                  <a:pt x="2747063" y="1053829"/>
                  <a:pt x="2775285" y="1055959"/>
                  <a:pt x="2803506" y="1057557"/>
                </a:cubicBezTo>
                <a:cubicBezTo>
                  <a:pt x="2804571" y="1095895"/>
                  <a:pt x="2702335" y="1149676"/>
                  <a:pt x="2668256" y="1154468"/>
                </a:cubicBezTo>
                <a:cubicBezTo>
                  <a:pt x="2656009" y="1151273"/>
                  <a:pt x="2642165" y="1147546"/>
                  <a:pt x="2629918" y="1145416"/>
                </a:cubicBezTo>
                <a:cubicBezTo>
                  <a:pt x="2622463" y="1139559"/>
                  <a:pt x="2615541" y="1132637"/>
                  <a:pt x="2608619" y="1124649"/>
                </a:cubicBezTo>
                <a:cubicBezTo>
                  <a:pt x="2568150" y="1077259"/>
                  <a:pt x="2533539" y="993659"/>
                  <a:pt x="2518629" y="951061"/>
                </a:cubicBezTo>
                <a:cubicBezTo>
                  <a:pt x="2517565" y="935087"/>
                  <a:pt x="2517565" y="919645"/>
                  <a:pt x="2517565" y="903670"/>
                </a:cubicBezTo>
                <a:cubicBezTo>
                  <a:pt x="2523156" y="903137"/>
                  <a:pt x="2525685" y="901540"/>
                  <a:pt x="2529346" y="901606"/>
                </a:cubicBezTo>
                <a:close/>
                <a:moveTo>
                  <a:pt x="1595483" y="881273"/>
                </a:moveTo>
                <a:cubicBezTo>
                  <a:pt x="1591148" y="880907"/>
                  <a:pt x="1585857" y="881306"/>
                  <a:pt x="1578801" y="881839"/>
                </a:cubicBezTo>
                <a:cubicBezTo>
                  <a:pt x="1575074" y="881839"/>
                  <a:pt x="1569750" y="881839"/>
                  <a:pt x="1563892" y="881839"/>
                </a:cubicBezTo>
                <a:cubicBezTo>
                  <a:pt x="1559632" y="883969"/>
                  <a:pt x="1555905" y="887164"/>
                  <a:pt x="1552710" y="890358"/>
                </a:cubicBezTo>
                <a:cubicBezTo>
                  <a:pt x="1518099" y="915917"/>
                  <a:pt x="1528216" y="955321"/>
                  <a:pt x="1529281" y="1001647"/>
                </a:cubicBezTo>
                <a:cubicBezTo>
                  <a:pt x="1535671" y="999517"/>
                  <a:pt x="1543658" y="996854"/>
                  <a:pt x="1552710" y="992595"/>
                </a:cubicBezTo>
                <a:cubicBezTo>
                  <a:pt x="1560697" y="987802"/>
                  <a:pt x="1569750" y="983542"/>
                  <a:pt x="1578801" y="977685"/>
                </a:cubicBezTo>
                <a:cubicBezTo>
                  <a:pt x="1602231" y="962776"/>
                  <a:pt x="1624595" y="943606"/>
                  <a:pt x="1630452" y="922307"/>
                </a:cubicBezTo>
                <a:cubicBezTo>
                  <a:pt x="1612881" y="890358"/>
                  <a:pt x="1608488" y="882371"/>
                  <a:pt x="1595483" y="881273"/>
                </a:cubicBezTo>
                <a:close/>
                <a:moveTo>
                  <a:pt x="578273" y="855746"/>
                </a:moveTo>
                <a:lnTo>
                  <a:pt x="576143" y="870122"/>
                </a:lnTo>
                <a:lnTo>
                  <a:pt x="577208" y="885032"/>
                </a:lnTo>
                <a:lnTo>
                  <a:pt x="577208" y="899409"/>
                </a:lnTo>
                <a:lnTo>
                  <a:pt x="583065" y="911656"/>
                </a:lnTo>
                <a:lnTo>
                  <a:pt x="609157" y="921773"/>
                </a:lnTo>
                <a:lnTo>
                  <a:pt x="610222" y="922838"/>
                </a:lnTo>
                <a:cubicBezTo>
                  <a:pt x="609157" y="905266"/>
                  <a:pt x="609157" y="887162"/>
                  <a:pt x="610222" y="869058"/>
                </a:cubicBezTo>
                <a:cubicBezTo>
                  <a:pt x="610222" y="867993"/>
                  <a:pt x="609157" y="867993"/>
                  <a:pt x="609157" y="866928"/>
                </a:cubicBezTo>
                <a:cubicBezTo>
                  <a:pt x="601169" y="862668"/>
                  <a:pt x="585727" y="855746"/>
                  <a:pt x="578273" y="855746"/>
                </a:cubicBezTo>
                <a:close/>
                <a:moveTo>
                  <a:pt x="3589446" y="757771"/>
                </a:moveTo>
                <a:cubicBezTo>
                  <a:pt x="3581458" y="757771"/>
                  <a:pt x="3573471" y="759900"/>
                  <a:pt x="3566017" y="760965"/>
                </a:cubicBezTo>
                <a:cubicBezTo>
                  <a:pt x="3558030" y="766823"/>
                  <a:pt x="3544718" y="778005"/>
                  <a:pt x="3528743" y="790252"/>
                </a:cubicBezTo>
                <a:lnTo>
                  <a:pt x="3528743" y="790784"/>
                </a:lnTo>
                <a:cubicBezTo>
                  <a:pt x="3500522" y="815278"/>
                  <a:pt x="3468041" y="846695"/>
                  <a:pt x="3469105" y="863734"/>
                </a:cubicBezTo>
                <a:cubicBezTo>
                  <a:pt x="3482417" y="853617"/>
                  <a:pt x="3506379" y="840305"/>
                  <a:pt x="3528743" y="824331"/>
                </a:cubicBezTo>
                <a:cubicBezTo>
                  <a:pt x="3560159" y="803031"/>
                  <a:pt x="3590511" y="779070"/>
                  <a:pt x="3589446" y="757771"/>
                </a:cubicBezTo>
                <a:close/>
                <a:moveTo>
                  <a:pt x="600104" y="741795"/>
                </a:moveTo>
                <a:cubicBezTo>
                  <a:pt x="595845" y="756704"/>
                  <a:pt x="592650" y="779068"/>
                  <a:pt x="601169" y="782796"/>
                </a:cubicBezTo>
                <a:cubicBezTo>
                  <a:pt x="602234" y="782796"/>
                  <a:pt x="605962" y="783861"/>
                  <a:pt x="609157" y="785991"/>
                </a:cubicBezTo>
                <a:cubicBezTo>
                  <a:pt x="611819" y="788121"/>
                  <a:pt x="615014" y="790250"/>
                  <a:pt x="616079" y="790250"/>
                </a:cubicBezTo>
                <a:cubicBezTo>
                  <a:pt x="617144" y="785991"/>
                  <a:pt x="622469" y="755639"/>
                  <a:pt x="620339" y="749782"/>
                </a:cubicBezTo>
                <a:cubicBezTo>
                  <a:pt x="619274" y="748717"/>
                  <a:pt x="613416" y="744990"/>
                  <a:pt x="609157" y="742860"/>
                </a:cubicBezTo>
                <a:cubicBezTo>
                  <a:pt x="604364" y="741795"/>
                  <a:pt x="602234" y="740730"/>
                  <a:pt x="600104" y="741795"/>
                </a:cubicBezTo>
                <a:close/>
                <a:moveTo>
                  <a:pt x="3661538" y="687708"/>
                </a:moveTo>
                <a:cubicBezTo>
                  <a:pt x="3691615" y="686285"/>
                  <a:pt x="3726559" y="691077"/>
                  <a:pt x="3722566" y="730614"/>
                </a:cubicBezTo>
                <a:cubicBezTo>
                  <a:pt x="3692214" y="743926"/>
                  <a:pt x="3640564" y="808356"/>
                  <a:pt x="3618732" y="834448"/>
                </a:cubicBezTo>
                <a:cubicBezTo>
                  <a:pt x="3587316" y="850954"/>
                  <a:pt x="3558030" y="869059"/>
                  <a:pt x="3528743" y="887163"/>
                </a:cubicBezTo>
                <a:cubicBezTo>
                  <a:pt x="3484547" y="915385"/>
                  <a:pt x="3443014" y="945736"/>
                  <a:pt x="3402545" y="978217"/>
                </a:cubicBezTo>
                <a:cubicBezTo>
                  <a:pt x="3396688" y="977152"/>
                  <a:pt x="3391363" y="977152"/>
                  <a:pt x="3385506" y="977152"/>
                </a:cubicBezTo>
                <a:cubicBezTo>
                  <a:pt x="3384441" y="944671"/>
                  <a:pt x="3435026" y="899410"/>
                  <a:pt x="3460053" y="875981"/>
                </a:cubicBezTo>
                <a:cubicBezTo>
                  <a:pt x="3464846" y="871189"/>
                  <a:pt x="3462716" y="864799"/>
                  <a:pt x="3455793" y="867994"/>
                </a:cubicBezTo>
                <a:cubicBezTo>
                  <a:pt x="3422247" y="884501"/>
                  <a:pt x="3398286" y="922839"/>
                  <a:pt x="3356752" y="919644"/>
                </a:cubicBezTo>
                <a:cubicBezTo>
                  <a:pt x="3325336" y="921242"/>
                  <a:pt x="3293920" y="923372"/>
                  <a:pt x="3263568" y="925502"/>
                </a:cubicBezTo>
                <a:cubicBezTo>
                  <a:pt x="3251854" y="924437"/>
                  <a:pt x="3251854" y="924437"/>
                  <a:pt x="3238542" y="916450"/>
                </a:cubicBezTo>
                <a:cubicBezTo>
                  <a:pt x="3237476" y="898345"/>
                  <a:pt x="3238542" y="900475"/>
                  <a:pt x="3249724" y="890358"/>
                </a:cubicBezTo>
                <a:cubicBezTo>
                  <a:pt x="3333855" y="850954"/>
                  <a:pt x="3421714" y="797174"/>
                  <a:pt x="3509574" y="757771"/>
                </a:cubicBezTo>
                <a:cubicBezTo>
                  <a:pt x="3516496" y="754576"/>
                  <a:pt x="3522886" y="749783"/>
                  <a:pt x="3528743" y="746588"/>
                </a:cubicBezTo>
                <a:cubicBezTo>
                  <a:pt x="3563887" y="727419"/>
                  <a:pt x="3598498" y="709315"/>
                  <a:pt x="3634706" y="690146"/>
                </a:cubicBezTo>
                <a:cubicBezTo>
                  <a:pt x="3642028" y="689347"/>
                  <a:pt x="3651513" y="688182"/>
                  <a:pt x="3661538" y="687708"/>
                </a:cubicBezTo>
                <a:close/>
                <a:moveTo>
                  <a:pt x="3106487" y="648612"/>
                </a:moveTo>
                <a:cubicBezTo>
                  <a:pt x="3152812" y="647547"/>
                  <a:pt x="3159202" y="700263"/>
                  <a:pt x="3233749" y="667781"/>
                </a:cubicBezTo>
                <a:cubicBezTo>
                  <a:pt x="3233749" y="666716"/>
                  <a:pt x="3234814" y="665652"/>
                  <a:pt x="3234814" y="665652"/>
                </a:cubicBezTo>
                <a:lnTo>
                  <a:pt x="3234814" y="750848"/>
                </a:lnTo>
                <a:cubicBezTo>
                  <a:pt x="3232684" y="765758"/>
                  <a:pt x="3228957" y="780135"/>
                  <a:pt x="3225762" y="789187"/>
                </a:cubicBezTo>
                <a:cubicBezTo>
                  <a:pt x="3219905" y="790252"/>
                  <a:pt x="3214580" y="791317"/>
                  <a:pt x="3208723" y="792382"/>
                </a:cubicBezTo>
                <a:cubicBezTo>
                  <a:pt x="3145890" y="762030"/>
                  <a:pt x="3108617" y="714640"/>
                  <a:pt x="3106487" y="661924"/>
                </a:cubicBezTo>
                <a:lnTo>
                  <a:pt x="3106487" y="651807"/>
                </a:lnTo>
                <a:cubicBezTo>
                  <a:pt x="3106487" y="650742"/>
                  <a:pt x="3106487" y="649677"/>
                  <a:pt x="3106487" y="648612"/>
                </a:cubicBezTo>
                <a:close/>
                <a:moveTo>
                  <a:pt x="1575074" y="608144"/>
                </a:moveTo>
                <a:cubicBezTo>
                  <a:pt x="1566022" y="610274"/>
                  <a:pt x="1558567" y="612936"/>
                  <a:pt x="1552710" y="616131"/>
                </a:cubicBezTo>
                <a:cubicBezTo>
                  <a:pt x="1533541" y="625184"/>
                  <a:pt x="1526618" y="640625"/>
                  <a:pt x="1527684" y="671509"/>
                </a:cubicBezTo>
                <a:cubicBezTo>
                  <a:pt x="1533541" y="670444"/>
                  <a:pt x="1543658" y="663522"/>
                  <a:pt x="1552710" y="655535"/>
                </a:cubicBezTo>
                <a:cubicBezTo>
                  <a:pt x="1567087" y="640625"/>
                  <a:pt x="1581997" y="621456"/>
                  <a:pt x="1575074" y="608144"/>
                </a:cubicBezTo>
                <a:close/>
                <a:moveTo>
                  <a:pt x="2635775" y="472893"/>
                </a:moveTo>
                <a:cubicBezTo>
                  <a:pt x="2661867" y="492062"/>
                  <a:pt x="2661867" y="492062"/>
                  <a:pt x="2689556" y="508037"/>
                </a:cubicBezTo>
                <a:cubicBezTo>
                  <a:pt x="2720972" y="548505"/>
                  <a:pt x="2667191" y="610274"/>
                  <a:pt x="2608619" y="661392"/>
                </a:cubicBezTo>
                <a:lnTo>
                  <a:pt x="2608619" y="553830"/>
                </a:lnTo>
                <a:cubicBezTo>
                  <a:pt x="2619801" y="526674"/>
                  <a:pt x="2619801" y="490997"/>
                  <a:pt x="2635775" y="472893"/>
                </a:cubicBezTo>
                <a:close/>
                <a:moveTo>
                  <a:pt x="1655479" y="448932"/>
                </a:moveTo>
                <a:cubicBezTo>
                  <a:pt x="1629387" y="465971"/>
                  <a:pt x="1601166" y="478218"/>
                  <a:pt x="1578801" y="495257"/>
                </a:cubicBezTo>
                <a:cubicBezTo>
                  <a:pt x="1568685" y="503246"/>
                  <a:pt x="1558567" y="512298"/>
                  <a:pt x="1552710" y="523480"/>
                </a:cubicBezTo>
                <a:cubicBezTo>
                  <a:pt x="1545788" y="534662"/>
                  <a:pt x="1542593" y="547441"/>
                  <a:pt x="1542061" y="562351"/>
                </a:cubicBezTo>
                <a:cubicBezTo>
                  <a:pt x="1545255" y="561286"/>
                  <a:pt x="1548983" y="560221"/>
                  <a:pt x="1552177" y="558091"/>
                </a:cubicBezTo>
                <a:cubicBezTo>
                  <a:pt x="1561230" y="554896"/>
                  <a:pt x="1570282" y="550104"/>
                  <a:pt x="1578269" y="545844"/>
                </a:cubicBezTo>
                <a:cubicBezTo>
                  <a:pt x="1604361" y="532000"/>
                  <a:pt x="1626725" y="514960"/>
                  <a:pt x="1642699" y="481413"/>
                </a:cubicBezTo>
                <a:cubicBezTo>
                  <a:pt x="1656544" y="473426"/>
                  <a:pt x="1656544" y="473426"/>
                  <a:pt x="1667726" y="461179"/>
                </a:cubicBezTo>
                <a:cubicBezTo>
                  <a:pt x="1666661" y="456919"/>
                  <a:pt x="1666661" y="452127"/>
                  <a:pt x="1666661" y="449997"/>
                </a:cubicBezTo>
                <a:cubicBezTo>
                  <a:pt x="1662401" y="448932"/>
                  <a:pt x="1658673" y="448932"/>
                  <a:pt x="1655479" y="448932"/>
                </a:cubicBezTo>
                <a:close/>
                <a:moveTo>
                  <a:pt x="3171982" y="389826"/>
                </a:moveTo>
                <a:cubicBezTo>
                  <a:pt x="3177839" y="394086"/>
                  <a:pt x="3183164" y="398878"/>
                  <a:pt x="3189021" y="403138"/>
                </a:cubicBezTo>
                <a:cubicBezTo>
                  <a:pt x="3195411" y="419112"/>
                  <a:pt x="3213515" y="436684"/>
                  <a:pt x="3234814" y="454789"/>
                </a:cubicBezTo>
                <a:cubicBezTo>
                  <a:pt x="3261971" y="478751"/>
                  <a:pt x="3292322" y="501115"/>
                  <a:pt x="3313621" y="520285"/>
                </a:cubicBezTo>
                <a:cubicBezTo>
                  <a:pt x="3315751" y="575130"/>
                  <a:pt x="3283270" y="591104"/>
                  <a:pt x="3234814" y="600156"/>
                </a:cubicBezTo>
                <a:lnTo>
                  <a:pt x="3233749" y="600156"/>
                </a:lnTo>
                <a:cubicBezTo>
                  <a:pt x="3231619" y="578857"/>
                  <a:pt x="3231619" y="558623"/>
                  <a:pt x="3230554" y="538389"/>
                </a:cubicBezTo>
                <a:cubicBezTo>
                  <a:pt x="3204463" y="506973"/>
                  <a:pt x="3123526" y="421242"/>
                  <a:pt x="3171982" y="389826"/>
                </a:cubicBezTo>
                <a:close/>
                <a:moveTo>
                  <a:pt x="2558565" y="235940"/>
                </a:moveTo>
                <a:cubicBezTo>
                  <a:pt x="2573475" y="244992"/>
                  <a:pt x="2588917" y="248187"/>
                  <a:pt x="2599034" y="279603"/>
                </a:cubicBezTo>
                <a:cubicBezTo>
                  <a:pt x="2586787" y="368527"/>
                  <a:pt x="2575605" y="468633"/>
                  <a:pt x="2550578" y="565545"/>
                </a:cubicBezTo>
                <a:cubicBezTo>
                  <a:pt x="2550578" y="572467"/>
                  <a:pt x="2550578" y="578858"/>
                  <a:pt x="2551643" y="586845"/>
                </a:cubicBezTo>
                <a:cubicBezTo>
                  <a:pt x="2584125" y="586845"/>
                  <a:pt x="2599034" y="571934"/>
                  <a:pt x="2608086" y="553298"/>
                </a:cubicBezTo>
                <a:lnTo>
                  <a:pt x="2608086" y="660327"/>
                </a:lnTo>
                <a:cubicBezTo>
                  <a:pt x="2562825" y="698665"/>
                  <a:pt x="2513305" y="731147"/>
                  <a:pt x="2497863" y="743394"/>
                </a:cubicBezTo>
                <a:cubicBezTo>
                  <a:pt x="2480823" y="791849"/>
                  <a:pt x="2464317" y="841370"/>
                  <a:pt x="2447277" y="890891"/>
                </a:cubicBezTo>
                <a:cubicBezTo>
                  <a:pt x="2350898" y="1040517"/>
                  <a:pt x="2280077" y="1158728"/>
                  <a:pt x="2113411" y="1193339"/>
                </a:cubicBezTo>
                <a:cubicBezTo>
                  <a:pt x="2112346" y="1190144"/>
                  <a:pt x="2111281" y="1186417"/>
                  <a:pt x="2110217" y="1183222"/>
                </a:cubicBezTo>
                <a:cubicBezTo>
                  <a:pt x="2111281" y="1180027"/>
                  <a:pt x="2112346" y="1176300"/>
                  <a:pt x="2114476" y="1174170"/>
                </a:cubicBezTo>
                <a:cubicBezTo>
                  <a:pt x="2253986" y="1123584"/>
                  <a:pt x="2366873" y="964905"/>
                  <a:pt x="2394562" y="811551"/>
                </a:cubicBezTo>
                <a:cubicBezTo>
                  <a:pt x="2393497" y="808356"/>
                  <a:pt x="2393497" y="804629"/>
                  <a:pt x="2393497" y="801434"/>
                </a:cubicBezTo>
                <a:cubicBezTo>
                  <a:pt x="2341846" y="808356"/>
                  <a:pt x="2295520" y="826461"/>
                  <a:pt x="2250259" y="827526"/>
                </a:cubicBezTo>
                <a:cubicBezTo>
                  <a:pt x="2159204" y="774810"/>
                  <a:pt x="2212985" y="762031"/>
                  <a:pt x="2286467" y="748719"/>
                </a:cubicBezTo>
                <a:cubicBezTo>
                  <a:pt x="2337054" y="723692"/>
                  <a:pt x="2387639" y="694938"/>
                  <a:pt x="2433965" y="653937"/>
                </a:cubicBezTo>
                <a:cubicBezTo>
                  <a:pt x="2470174" y="535726"/>
                  <a:pt x="2509577" y="416450"/>
                  <a:pt x="2525019" y="300370"/>
                </a:cubicBezTo>
                <a:cubicBezTo>
                  <a:pt x="2546318" y="276941"/>
                  <a:pt x="2513837" y="252979"/>
                  <a:pt x="2558565" y="235940"/>
                </a:cubicBezTo>
                <a:close/>
                <a:moveTo>
                  <a:pt x="3528210" y="194459"/>
                </a:moveTo>
                <a:lnTo>
                  <a:pt x="3528210" y="484076"/>
                </a:lnTo>
                <a:lnTo>
                  <a:pt x="3528743" y="483543"/>
                </a:lnTo>
                <a:lnTo>
                  <a:pt x="3528743" y="484076"/>
                </a:lnTo>
                <a:cubicBezTo>
                  <a:pt x="3508509" y="505375"/>
                  <a:pt x="3468041" y="540519"/>
                  <a:pt x="3495197" y="562883"/>
                </a:cubicBezTo>
                <a:cubicBezTo>
                  <a:pt x="3505314" y="561285"/>
                  <a:pt x="3512103" y="557558"/>
                  <a:pt x="3517161" y="553165"/>
                </a:cubicBezTo>
                <a:lnTo>
                  <a:pt x="3528210" y="540085"/>
                </a:lnTo>
                <a:lnTo>
                  <a:pt x="3528210" y="656599"/>
                </a:lnTo>
                <a:lnTo>
                  <a:pt x="3528743" y="656327"/>
                </a:lnTo>
                <a:lnTo>
                  <a:pt x="3528743" y="656599"/>
                </a:lnTo>
                <a:cubicBezTo>
                  <a:pt x="3488274" y="681626"/>
                  <a:pt x="3448871" y="708250"/>
                  <a:pt x="3406273" y="719432"/>
                </a:cubicBezTo>
                <a:cubicBezTo>
                  <a:pt x="3405208" y="715172"/>
                  <a:pt x="3403078" y="711445"/>
                  <a:pt x="3403078" y="707185"/>
                </a:cubicBezTo>
                <a:cubicBezTo>
                  <a:pt x="3430235" y="686951"/>
                  <a:pt x="3492002" y="651807"/>
                  <a:pt x="3496262" y="620391"/>
                </a:cubicBezTo>
                <a:cubicBezTo>
                  <a:pt x="3436624" y="593234"/>
                  <a:pt x="3443547" y="596962"/>
                  <a:pt x="3394026" y="629443"/>
                </a:cubicBezTo>
                <a:cubicBezTo>
                  <a:pt x="3321076" y="652872"/>
                  <a:pt x="3292855" y="661924"/>
                  <a:pt x="3246529" y="710380"/>
                </a:cubicBezTo>
                <a:cubicBezTo>
                  <a:pt x="3242269" y="722627"/>
                  <a:pt x="3238542" y="737536"/>
                  <a:pt x="3235347" y="750848"/>
                </a:cubicBezTo>
                <a:lnTo>
                  <a:pt x="3235347" y="665652"/>
                </a:lnTo>
                <a:cubicBezTo>
                  <a:pt x="3275815" y="624118"/>
                  <a:pt x="3325336" y="599092"/>
                  <a:pt x="3367934" y="560753"/>
                </a:cubicBezTo>
                <a:cubicBezTo>
                  <a:pt x="3368999" y="548506"/>
                  <a:pt x="3368999" y="535726"/>
                  <a:pt x="3370064" y="524544"/>
                </a:cubicBezTo>
                <a:cubicBezTo>
                  <a:pt x="3386039" y="523479"/>
                  <a:pt x="3402545" y="522414"/>
                  <a:pt x="3419585" y="520285"/>
                </a:cubicBezTo>
                <a:cubicBezTo>
                  <a:pt x="3457923" y="476621"/>
                  <a:pt x="3518626" y="380774"/>
                  <a:pt x="3511704" y="329123"/>
                </a:cubicBezTo>
                <a:cubicBezTo>
                  <a:pt x="3474430" y="329123"/>
                  <a:pt x="3438754" y="354150"/>
                  <a:pt x="3411598" y="341370"/>
                </a:cubicBezTo>
                <a:cubicBezTo>
                  <a:pt x="3410532" y="301967"/>
                  <a:pt x="3417455" y="305162"/>
                  <a:pt x="3447806" y="282798"/>
                </a:cubicBezTo>
                <a:close/>
                <a:moveTo>
                  <a:pt x="52315" y="184090"/>
                </a:moveTo>
                <a:cubicBezTo>
                  <a:pt x="64296" y="184023"/>
                  <a:pt x="76676" y="185088"/>
                  <a:pt x="88391" y="188017"/>
                </a:cubicBezTo>
                <a:cubicBezTo>
                  <a:pt x="129925" y="196004"/>
                  <a:pt x="167198" y="221030"/>
                  <a:pt x="158146" y="272682"/>
                </a:cubicBezTo>
                <a:cubicBezTo>
                  <a:pt x="156016" y="288124"/>
                  <a:pt x="149094" y="290254"/>
                  <a:pt x="137912" y="296111"/>
                </a:cubicBezTo>
                <a:cubicBezTo>
                  <a:pt x="125132" y="301436"/>
                  <a:pt x="113950" y="306228"/>
                  <a:pt x="102768" y="308358"/>
                </a:cubicBezTo>
                <a:cubicBezTo>
                  <a:pt x="98508" y="309423"/>
                  <a:pt x="92651" y="309423"/>
                  <a:pt x="88391" y="309423"/>
                </a:cubicBezTo>
                <a:cubicBezTo>
                  <a:pt x="85729" y="309423"/>
                  <a:pt x="83599" y="309423"/>
                  <a:pt x="81469" y="309423"/>
                </a:cubicBezTo>
                <a:cubicBezTo>
                  <a:pt x="75612" y="306228"/>
                  <a:pt x="69754" y="303566"/>
                  <a:pt x="65494" y="299306"/>
                </a:cubicBezTo>
                <a:cubicBezTo>
                  <a:pt x="29286" y="271617"/>
                  <a:pt x="10117" y="229550"/>
                  <a:pt x="18636" y="186952"/>
                </a:cubicBezTo>
                <a:cubicBezTo>
                  <a:pt x="28753" y="185354"/>
                  <a:pt x="40334" y="184156"/>
                  <a:pt x="52315" y="184090"/>
                </a:cubicBezTo>
                <a:close/>
                <a:moveTo>
                  <a:pt x="697548" y="95897"/>
                </a:moveTo>
                <a:cubicBezTo>
                  <a:pt x="698613" y="118261"/>
                  <a:pt x="698613" y="141690"/>
                  <a:pt x="698613" y="166717"/>
                </a:cubicBezTo>
                <a:cubicBezTo>
                  <a:pt x="703938" y="163522"/>
                  <a:pt x="708730" y="160859"/>
                  <a:pt x="712990" y="157665"/>
                </a:cubicBezTo>
                <a:cubicBezTo>
                  <a:pt x="717250" y="154470"/>
                  <a:pt x="721510" y="150210"/>
                  <a:pt x="727367" y="144353"/>
                </a:cubicBezTo>
                <a:cubicBezTo>
                  <a:pt x="727367" y="122521"/>
                  <a:pt x="723107" y="107079"/>
                  <a:pt x="712990" y="99092"/>
                </a:cubicBezTo>
                <a:cubicBezTo>
                  <a:pt x="708198" y="96962"/>
                  <a:pt x="703938" y="95897"/>
                  <a:pt x="697548" y="95897"/>
                </a:cubicBezTo>
                <a:close/>
                <a:moveTo>
                  <a:pt x="1785205" y="42774"/>
                </a:moveTo>
                <a:cubicBezTo>
                  <a:pt x="1804873" y="40852"/>
                  <a:pt x="1812561" y="45445"/>
                  <a:pt x="1825341" y="84183"/>
                </a:cubicBezTo>
                <a:cubicBezTo>
                  <a:pt x="1816289" y="113469"/>
                  <a:pt x="1785937" y="129444"/>
                  <a:pt x="1779015" y="158730"/>
                </a:cubicBezTo>
                <a:cubicBezTo>
                  <a:pt x="1800314" y="148613"/>
                  <a:pt x="1820548" y="141691"/>
                  <a:pt x="1835458" y="118262"/>
                </a:cubicBezTo>
                <a:cubicBezTo>
                  <a:pt x="1858887" y="111339"/>
                  <a:pt x="1892966" y="127314"/>
                  <a:pt x="1895628" y="150211"/>
                </a:cubicBezTo>
                <a:lnTo>
                  <a:pt x="1895628" y="158198"/>
                </a:lnTo>
                <a:cubicBezTo>
                  <a:pt x="1893498" y="168315"/>
                  <a:pt x="1887641" y="179497"/>
                  <a:pt x="1873264" y="191744"/>
                </a:cubicBezTo>
                <a:cubicBezTo>
                  <a:pt x="1795522" y="219433"/>
                  <a:pt x="1708728" y="253512"/>
                  <a:pt x="1646959" y="304097"/>
                </a:cubicBezTo>
                <a:cubicBezTo>
                  <a:pt x="1623530" y="332319"/>
                  <a:pt x="1600633" y="360540"/>
                  <a:pt x="1578269" y="388761"/>
                </a:cubicBezTo>
                <a:cubicBezTo>
                  <a:pt x="1564425" y="398879"/>
                  <a:pt x="1556438" y="404736"/>
                  <a:pt x="1552177" y="408996"/>
                </a:cubicBezTo>
                <a:cubicBezTo>
                  <a:pt x="1544190" y="418048"/>
                  <a:pt x="1543126" y="424438"/>
                  <a:pt x="1536203" y="450529"/>
                </a:cubicBezTo>
                <a:cubicBezTo>
                  <a:pt x="1540996" y="449464"/>
                  <a:pt x="1546320" y="448399"/>
                  <a:pt x="1552177" y="446269"/>
                </a:cubicBezTo>
                <a:cubicBezTo>
                  <a:pt x="1560165" y="443074"/>
                  <a:pt x="1569217" y="438815"/>
                  <a:pt x="1578269" y="432957"/>
                </a:cubicBezTo>
                <a:cubicBezTo>
                  <a:pt x="1645894" y="395684"/>
                  <a:pt x="1747066" y="322734"/>
                  <a:pt x="1765170" y="431892"/>
                </a:cubicBezTo>
                <a:cubicBezTo>
                  <a:pt x="1802444" y="468101"/>
                  <a:pt x="1780080" y="479283"/>
                  <a:pt x="1742807" y="521882"/>
                </a:cubicBezTo>
                <a:cubicBezTo>
                  <a:pt x="1680505" y="573533"/>
                  <a:pt x="1641102" y="655535"/>
                  <a:pt x="1578269" y="711978"/>
                </a:cubicBezTo>
                <a:cubicBezTo>
                  <a:pt x="1570282" y="719965"/>
                  <a:pt x="1561230" y="726355"/>
                  <a:pt x="1552177" y="732212"/>
                </a:cubicBezTo>
                <a:cubicBezTo>
                  <a:pt x="1552177" y="735407"/>
                  <a:pt x="1552177" y="740199"/>
                  <a:pt x="1552177" y="744459"/>
                </a:cubicBezTo>
                <a:cubicBezTo>
                  <a:pt x="1559100" y="744459"/>
                  <a:pt x="1568152" y="741797"/>
                  <a:pt x="1578269" y="737537"/>
                </a:cubicBezTo>
                <a:cubicBezTo>
                  <a:pt x="1624595" y="718900"/>
                  <a:pt x="1705533" y="668847"/>
                  <a:pt x="1734819" y="654470"/>
                </a:cubicBezTo>
                <a:cubicBezTo>
                  <a:pt x="1760378" y="662990"/>
                  <a:pt x="1767300" y="669912"/>
                  <a:pt x="1767300" y="708250"/>
                </a:cubicBezTo>
                <a:cubicBezTo>
                  <a:pt x="1722572" y="744459"/>
                  <a:pt x="1679440" y="774810"/>
                  <a:pt x="1648024" y="823266"/>
                </a:cubicBezTo>
                <a:cubicBezTo>
                  <a:pt x="1648024" y="866929"/>
                  <a:pt x="1683168" y="866929"/>
                  <a:pt x="1726832" y="893021"/>
                </a:cubicBezTo>
                <a:cubicBezTo>
                  <a:pt x="1753988" y="933489"/>
                  <a:pt x="1649089" y="994724"/>
                  <a:pt x="1578269" y="1037323"/>
                </a:cubicBezTo>
                <a:cubicBezTo>
                  <a:pt x="1569217" y="1043180"/>
                  <a:pt x="1560165" y="1048505"/>
                  <a:pt x="1552177" y="1054362"/>
                </a:cubicBezTo>
                <a:cubicBezTo>
                  <a:pt x="1542061" y="1060219"/>
                  <a:pt x="1534606" y="1066077"/>
                  <a:pt x="1528749" y="1070337"/>
                </a:cubicBezTo>
                <a:cubicBezTo>
                  <a:pt x="1524489" y="1079389"/>
                  <a:pt x="1524489" y="1079389"/>
                  <a:pt x="1518631" y="1185352"/>
                </a:cubicBezTo>
                <a:cubicBezTo>
                  <a:pt x="1518631" y="1217833"/>
                  <a:pt x="1520761" y="1250847"/>
                  <a:pt x="1521826" y="1284393"/>
                </a:cubicBezTo>
                <a:cubicBezTo>
                  <a:pt x="1521826" y="1296641"/>
                  <a:pt x="1512774" y="1310485"/>
                  <a:pt x="1499462" y="1313680"/>
                </a:cubicBezTo>
                <a:cubicBezTo>
                  <a:pt x="1444617" y="1265224"/>
                  <a:pt x="1447812" y="1175235"/>
                  <a:pt x="1437694" y="1117727"/>
                </a:cubicBezTo>
                <a:cubicBezTo>
                  <a:pt x="1387109" y="1109740"/>
                  <a:pt x="1384446" y="1111870"/>
                  <a:pt x="1380187" y="1071402"/>
                </a:cubicBezTo>
                <a:cubicBezTo>
                  <a:pt x="1410538" y="1064479"/>
                  <a:pt x="1410538" y="1064479"/>
                  <a:pt x="1437694" y="1051167"/>
                </a:cubicBezTo>
                <a:cubicBezTo>
                  <a:pt x="1451539" y="1021881"/>
                  <a:pt x="1442487" y="936152"/>
                  <a:pt x="1434500" y="916982"/>
                </a:cubicBezTo>
                <a:cubicBezTo>
                  <a:pt x="1383914" y="918047"/>
                  <a:pt x="1327471" y="990465"/>
                  <a:pt x="1285938" y="1011764"/>
                </a:cubicBezTo>
                <a:cubicBezTo>
                  <a:pt x="1239612" y="1064479"/>
                  <a:pt x="1219378" y="1061284"/>
                  <a:pt x="1167727" y="1035193"/>
                </a:cubicBezTo>
                <a:cubicBezTo>
                  <a:pt x="1168792" y="1030933"/>
                  <a:pt x="1169857" y="1027206"/>
                  <a:pt x="1169857" y="1024011"/>
                </a:cubicBezTo>
                <a:cubicBezTo>
                  <a:pt x="1220975" y="1004842"/>
                  <a:pt x="1411070" y="886631"/>
                  <a:pt x="1422253" y="824863"/>
                </a:cubicBezTo>
                <a:cubicBezTo>
                  <a:pt x="1408408" y="822733"/>
                  <a:pt x="1408408" y="822733"/>
                  <a:pt x="1397226" y="814746"/>
                </a:cubicBezTo>
                <a:cubicBezTo>
                  <a:pt x="1397226" y="810486"/>
                  <a:pt x="1397226" y="805694"/>
                  <a:pt x="1397226" y="802499"/>
                </a:cubicBezTo>
                <a:cubicBezTo>
                  <a:pt x="1406278" y="795045"/>
                  <a:pt x="1417460" y="787057"/>
                  <a:pt x="1427577" y="779070"/>
                </a:cubicBezTo>
                <a:cubicBezTo>
                  <a:pt x="1435565" y="760966"/>
                  <a:pt x="1443552" y="703458"/>
                  <a:pt x="1435565" y="692276"/>
                </a:cubicBezTo>
                <a:cubicBezTo>
                  <a:pt x="1378057" y="692276"/>
                  <a:pt x="1354628" y="803564"/>
                  <a:pt x="1289133" y="782265"/>
                </a:cubicBezTo>
                <a:cubicBezTo>
                  <a:pt x="1253989" y="803564"/>
                  <a:pt x="1192221" y="854150"/>
                  <a:pt x="1153883" y="833916"/>
                </a:cubicBezTo>
                <a:cubicBezTo>
                  <a:pt x="1153883" y="824863"/>
                  <a:pt x="1154948" y="816876"/>
                  <a:pt x="1156013" y="808889"/>
                </a:cubicBezTo>
                <a:cubicBezTo>
                  <a:pt x="1188494" y="793447"/>
                  <a:pt x="1216715" y="771615"/>
                  <a:pt x="1263041" y="748186"/>
                </a:cubicBezTo>
                <a:cubicBezTo>
                  <a:pt x="1285405" y="708783"/>
                  <a:pt x="1263041" y="666184"/>
                  <a:pt x="1306704" y="656067"/>
                </a:cubicBezTo>
                <a:cubicBezTo>
                  <a:pt x="1312562" y="662990"/>
                  <a:pt x="1316822" y="669379"/>
                  <a:pt x="1323744" y="676302"/>
                </a:cubicBezTo>
                <a:cubicBezTo>
                  <a:pt x="1436630" y="675237"/>
                  <a:pt x="1438759" y="507505"/>
                  <a:pt x="1440889" y="435620"/>
                </a:cubicBezTo>
                <a:cubicBezTo>
                  <a:pt x="1463254" y="394086"/>
                  <a:pt x="1518099" y="401009"/>
                  <a:pt x="1523956" y="343501"/>
                </a:cubicBezTo>
                <a:cubicBezTo>
                  <a:pt x="1433967" y="356280"/>
                  <a:pt x="1443019" y="445204"/>
                  <a:pt x="1376459" y="458516"/>
                </a:cubicBezTo>
                <a:cubicBezTo>
                  <a:pt x="1366342" y="454256"/>
                  <a:pt x="1357290" y="450529"/>
                  <a:pt x="1348238" y="446269"/>
                </a:cubicBezTo>
                <a:cubicBezTo>
                  <a:pt x="1270496" y="446269"/>
                  <a:pt x="1234287" y="529337"/>
                  <a:pt x="1161337" y="469698"/>
                </a:cubicBezTo>
                <a:cubicBezTo>
                  <a:pt x="1161337" y="466503"/>
                  <a:pt x="1161337" y="462776"/>
                  <a:pt x="1161337" y="459581"/>
                </a:cubicBezTo>
                <a:cubicBezTo>
                  <a:pt x="1269431" y="405801"/>
                  <a:pt x="1269431" y="405801"/>
                  <a:pt x="1337056" y="376514"/>
                </a:cubicBezTo>
                <a:cubicBezTo>
                  <a:pt x="1385511" y="333916"/>
                  <a:pt x="1353030" y="247122"/>
                  <a:pt x="1363147" y="194406"/>
                </a:cubicBezTo>
                <a:cubicBezTo>
                  <a:pt x="1417993" y="193341"/>
                  <a:pt x="1415863" y="282265"/>
                  <a:pt x="1453136" y="312617"/>
                </a:cubicBezTo>
                <a:cubicBezTo>
                  <a:pt x="1485617" y="299305"/>
                  <a:pt x="1518631" y="285460"/>
                  <a:pt x="1552177" y="273213"/>
                </a:cubicBezTo>
                <a:cubicBezTo>
                  <a:pt x="1561230" y="270018"/>
                  <a:pt x="1569217" y="266291"/>
                  <a:pt x="1578269" y="263096"/>
                </a:cubicBezTo>
                <a:cubicBezTo>
                  <a:pt x="1584126" y="260434"/>
                  <a:pt x="1590516" y="258304"/>
                  <a:pt x="1596374" y="256174"/>
                </a:cubicBezTo>
                <a:cubicBezTo>
                  <a:pt x="1649622" y="190147"/>
                  <a:pt x="1705533" y="112404"/>
                  <a:pt x="1760911" y="45844"/>
                </a:cubicBezTo>
                <a:cubicBezTo>
                  <a:pt x="1770762" y="44779"/>
                  <a:pt x="1778649" y="43415"/>
                  <a:pt x="1785205" y="42774"/>
                </a:cubicBezTo>
                <a:close/>
                <a:moveTo>
                  <a:pt x="677122" y="5334"/>
                </a:moveTo>
                <a:cubicBezTo>
                  <a:pt x="695418" y="7505"/>
                  <a:pt x="706600" y="24278"/>
                  <a:pt x="708198" y="55428"/>
                </a:cubicBezTo>
                <a:cubicBezTo>
                  <a:pt x="710328" y="55428"/>
                  <a:pt x="711393" y="55428"/>
                  <a:pt x="712458" y="55428"/>
                </a:cubicBezTo>
                <a:cubicBezTo>
                  <a:pt x="749731" y="57558"/>
                  <a:pt x="810434" y="104949"/>
                  <a:pt x="836526" y="143288"/>
                </a:cubicBezTo>
                <a:cubicBezTo>
                  <a:pt x="831733" y="191743"/>
                  <a:pt x="761978" y="242329"/>
                  <a:pt x="712458" y="269485"/>
                </a:cubicBezTo>
                <a:cubicBezTo>
                  <a:pt x="703406" y="273745"/>
                  <a:pt x="697016" y="277472"/>
                  <a:pt x="690094" y="280667"/>
                </a:cubicBezTo>
                <a:cubicBezTo>
                  <a:pt x="638443" y="327526"/>
                  <a:pt x="659742" y="366929"/>
                  <a:pt x="668794" y="420177"/>
                </a:cubicBezTo>
                <a:cubicBezTo>
                  <a:pt x="670924" y="428164"/>
                  <a:pt x="670924" y="429229"/>
                  <a:pt x="666664" y="435086"/>
                </a:cubicBezTo>
                <a:cubicBezTo>
                  <a:pt x="665599" y="437749"/>
                  <a:pt x="663470" y="439879"/>
                  <a:pt x="662405" y="440944"/>
                </a:cubicBezTo>
                <a:cubicBezTo>
                  <a:pt x="645898" y="465438"/>
                  <a:pt x="624599" y="494724"/>
                  <a:pt x="608624" y="524011"/>
                </a:cubicBezTo>
                <a:cubicBezTo>
                  <a:pt x="596377" y="546375"/>
                  <a:pt x="585195" y="569271"/>
                  <a:pt x="579338" y="591636"/>
                </a:cubicBezTo>
                <a:cubicBezTo>
                  <a:pt x="589455" y="584713"/>
                  <a:pt x="598507" y="577259"/>
                  <a:pt x="608624" y="570336"/>
                </a:cubicBezTo>
                <a:cubicBezTo>
                  <a:pt x="640573" y="545310"/>
                  <a:pt x="674119" y="521881"/>
                  <a:pt x="712458" y="512829"/>
                </a:cubicBezTo>
                <a:cubicBezTo>
                  <a:pt x="713523" y="511764"/>
                  <a:pt x="714588" y="511764"/>
                  <a:pt x="716718" y="511764"/>
                </a:cubicBezTo>
                <a:cubicBezTo>
                  <a:pt x="743874" y="531998"/>
                  <a:pt x="731627" y="555959"/>
                  <a:pt x="712458" y="579389"/>
                </a:cubicBezTo>
                <a:cubicBezTo>
                  <a:pt x="693288" y="603350"/>
                  <a:pt x="666664" y="626779"/>
                  <a:pt x="660807" y="645949"/>
                </a:cubicBezTo>
                <a:cubicBezTo>
                  <a:pt x="666132" y="664053"/>
                  <a:pt x="697548" y="660858"/>
                  <a:pt x="704471" y="713573"/>
                </a:cubicBezTo>
                <a:cubicBezTo>
                  <a:pt x="667729" y="863200"/>
                  <a:pt x="684236" y="1013360"/>
                  <a:pt x="710328" y="1175233"/>
                </a:cubicBezTo>
                <a:cubicBezTo>
                  <a:pt x="702341" y="1210910"/>
                  <a:pt x="652820" y="1217832"/>
                  <a:pt x="625663" y="1217832"/>
                </a:cubicBezTo>
                <a:cubicBezTo>
                  <a:pt x="619806" y="1213040"/>
                  <a:pt x="614481" y="1207715"/>
                  <a:pt x="608624" y="1200792"/>
                </a:cubicBezTo>
                <a:cubicBezTo>
                  <a:pt x="581468" y="1169376"/>
                  <a:pt x="558038" y="1116661"/>
                  <a:pt x="561233" y="1090569"/>
                </a:cubicBezTo>
                <a:cubicBezTo>
                  <a:pt x="592650" y="1103349"/>
                  <a:pt x="594247" y="1104414"/>
                  <a:pt x="608624" y="1105479"/>
                </a:cubicBezTo>
                <a:cubicBezTo>
                  <a:pt x="608624" y="1105479"/>
                  <a:pt x="609689" y="1105479"/>
                  <a:pt x="610754" y="1105479"/>
                </a:cubicBezTo>
                <a:cubicBezTo>
                  <a:pt x="620871" y="1076192"/>
                  <a:pt x="617676" y="1029866"/>
                  <a:pt x="608624" y="1008567"/>
                </a:cubicBezTo>
                <a:cubicBezTo>
                  <a:pt x="607559" y="1007502"/>
                  <a:pt x="606494" y="1006437"/>
                  <a:pt x="606494" y="1005372"/>
                </a:cubicBezTo>
                <a:cubicBezTo>
                  <a:pt x="572948" y="994190"/>
                  <a:pt x="567091" y="994190"/>
                  <a:pt x="555909" y="972891"/>
                </a:cubicBezTo>
                <a:cubicBezTo>
                  <a:pt x="551649" y="972891"/>
                  <a:pt x="546856" y="972891"/>
                  <a:pt x="543662" y="973956"/>
                </a:cubicBezTo>
                <a:cubicBezTo>
                  <a:pt x="534609" y="995255"/>
                  <a:pt x="531947" y="1026672"/>
                  <a:pt x="518635" y="1072997"/>
                </a:cubicBezTo>
                <a:cubicBezTo>
                  <a:pt x="514375" y="1104946"/>
                  <a:pt x="518635" y="1256703"/>
                  <a:pt x="449945" y="1246586"/>
                </a:cubicBezTo>
                <a:cubicBezTo>
                  <a:pt x="417464" y="1219429"/>
                  <a:pt x="420659" y="1221559"/>
                  <a:pt x="419594" y="1188013"/>
                </a:cubicBezTo>
                <a:cubicBezTo>
                  <a:pt x="441958" y="1074062"/>
                  <a:pt x="465387" y="975021"/>
                  <a:pt x="500531" y="866928"/>
                </a:cubicBezTo>
                <a:cubicBezTo>
                  <a:pt x="503726" y="815277"/>
                  <a:pt x="529817" y="776939"/>
                  <a:pt x="542064" y="734340"/>
                </a:cubicBezTo>
                <a:cubicBezTo>
                  <a:pt x="499998" y="734340"/>
                  <a:pt x="463257" y="778536"/>
                  <a:pt x="438230" y="730080"/>
                </a:cubicBezTo>
                <a:cubicBezTo>
                  <a:pt x="438230" y="723158"/>
                  <a:pt x="438230" y="716768"/>
                  <a:pt x="439296" y="709846"/>
                </a:cubicBezTo>
                <a:cubicBezTo>
                  <a:pt x="497868" y="644351"/>
                  <a:pt x="505855" y="583648"/>
                  <a:pt x="487751" y="504841"/>
                </a:cubicBezTo>
                <a:cubicBezTo>
                  <a:pt x="486686" y="498984"/>
                  <a:pt x="492543" y="492062"/>
                  <a:pt x="494673" y="487802"/>
                </a:cubicBezTo>
                <a:cubicBezTo>
                  <a:pt x="508518" y="462775"/>
                  <a:pt x="528752" y="433489"/>
                  <a:pt x="520765" y="410060"/>
                </a:cubicBezTo>
                <a:cubicBezTo>
                  <a:pt x="481361" y="410060"/>
                  <a:pt x="436633" y="468633"/>
                  <a:pt x="410542" y="492062"/>
                </a:cubicBezTo>
                <a:cubicBezTo>
                  <a:pt x="350904" y="535725"/>
                  <a:pt x="344514" y="545842"/>
                  <a:pt x="317358" y="562882"/>
                </a:cubicBezTo>
                <a:cubicBezTo>
                  <a:pt x="230563" y="587908"/>
                  <a:pt x="229498" y="586843"/>
                  <a:pt x="217251" y="666715"/>
                </a:cubicBezTo>
                <a:cubicBezTo>
                  <a:pt x="223109" y="787056"/>
                  <a:pt x="199147" y="934553"/>
                  <a:pt x="155484" y="1054893"/>
                </a:cubicBezTo>
                <a:cubicBezTo>
                  <a:pt x="148561" y="1096959"/>
                  <a:pt x="143237" y="1138492"/>
                  <a:pt x="136314" y="1180026"/>
                </a:cubicBezTo>
                <a:cubicBezTo>
                  <a:pt x="136314" y="1218897"/>
                  <a:pt x="147496" y="1292379"/>
                  <a:pt x="100106" y="1312613"/>
                </a:cubicBezTo>
                <a:cubicBezTo>
                  <a:pt x="95846" y="1309951"/>
                  <a:pt x="91054" y="1307821"/>
                  <a:pt x="87859" y="1305691"/>
                </a:cubicBezTo>
                <a:cubicBezTo>
                  <a:pt x="58572" y="1289717"/>
                  <a:pt x="38338" y="1276405"/>
                  <a:pt x="21299" y="1256170"/>
                </a:cubicBezTo>
                <a:cubicBezTo>
                  <a:pt x="9052" y="1192805"/>
                  <a:pt x="9052" y="1192805"/>
                  <a:pt x="1064" y="1121985"/>
                </a:cubicBezTo>
                <a:cubicBezTo>
                  <a:pt x="1064" y="1084179"/>
                  <a:pt x="2129" y="1045841"/>
                  <a:pt x="2129" y="1009632"/>
                </a:cubicBezTo>
                <a:cubicBezTo>
                  <a:pt x="4259" y="937215"/>
                  <a:pt x="5324" y="866395"/>
                  <a:pt x="6389" y="796640"/>
                </a:cubicBezTo>
                <a:cubicBezTo>
                  <a:pt x="5324" y="770549"/>
                  <a:pt x="5324" y="744990"/>
                  <a:pt x="4259" y="718898"/>
                </a:cubicBezTo>
                <a:cubicBezTo>
                  <a:pt x="2129" y="692807"/>
                  <a:pt x="0" y="666183"/>
                  <a:pt x="0" y="639026"/>
                </a:cubicBezTo>
                <a:lnTo>
                  <a:pt x="0" y="632104"/>
                </a:lnTo>
                <a:cubicBezTo>
                  <a:pt x="0" y="576726"/>
                  <a:pt x="12779" y="526141"/>
                  <a:pt x="65495" y="504841"/>
                </a:cubicBezTo>
                <a:cubicBezTo>
                  <a:pt x="76677" y="510166"/>
                  <a:pt x="82001" y="521881"/>
                  <a:pt x="87859" y="536258"/>
                </a:cubicBezTo>
                <a:cubicBezTo>
                  <a:pt x="95846" y="559687"/>
                  <a:pt x="100106" y="590038"/>
                  <a:pt x="116080" y="617195"/>
                </a:cubicBezTo>
                <a:cubicBezTo>
                  <a:pt x="177848" y="637429"/>
                  <a:pt x="144302" y="715171"/>
                  <a:pt x="144302" y="775874"/>
                </a:cubicBezTo>
                <a:cubicBezTo>
                  <a:pt x="157614" y="754574"/>
                  <a:pt x="162406" y="724223"/>
                  <a:pt x="165601" y="702924"/>
                </a:cubicBezTo>
                <a:cubicBezTo>
                  <a:pt x="173588" y="601220"/>
                  <a:pt x="165601" y="565544"/>
                  <a:pt x="223109" y="498984"/>
                </a:cubicBezTo>
                <a:cubicBezTo>
                  <a:pt x="258252" y="476087"/>
                  <a:pt x="313098" y="445736"/>
                  <a:pt x="339189" y="424437"/>
                </a:cubicBezTo>
                <a:cubicBezTo>
                  <a:pt x="521830" y="322733"/>
                  <a:pt x="521830" y="322733"/>
                  <a:pt x="536207" y="310486"/>
                </a:cubicBezTo>
                <a:cubicBezTo>
                  <a:pt x="577740" y="245524"/>
                  <a:pt x="584130" y="161924"/>
                  <a:pt x="609157" y="91105"/>
                </a:cubicBezTo>
                <a:cubicBezTo>
                  <a:pt x="619274" y="60753"/>
                  <a:pt x="634183" y="31467"/>
                  <a:pt x="656547" y="8038"/>
                </a:cubicBezTo>
                <a:cubicBezTo>
                  <a:pt x="664135" y="5509"/>
                  <a:pt x="671024" y="4610"/>
                  <a:pt x="677122" y="5334"/>
                </a:cubicBezTo>
                <a:close/>
                <a:moveTo>
                  <a:pt x="3645157" y="983"/>
                </a:moveTo>
                <a:cubicBezTo>
                  <a:pt x="3663860" y="4710"/>
                  <a:pt x="3686358" y="18421"/>
                  <a:pt x="3704994" y="31467"/>
                </a:cubicBezTo>
                <a:cubicBezTo>
                  <a:pt x="3740138" y="88975"/>
                  <a:pt x="3691682" y="112404"/>
                  <a:pt x="3640564" y="159795"/>
                </a:cubicBezTo>
                <a:cubicBezTo>
                  <a:pt x="3611278" y="197068"/>
                  <a:pt x="3580926" y="237537"/>
                  <a:pt x="3543652" y="268953"/>
                </a:cubicBezTo>
                <a:cubicBezTo>
                  <a:pt x="3543652" y="271083"/>
                  <a:pt x="3544718" y="275875"/>
                  <a:pt x="3544718" y="279070"/>
                </a:cubicBezTo>
                <a:cubicBezTo>
                  <a:pt x="3595303" y="289187"/>
                  <a:pt x="3619265" y="274810"/>
                  <a:pt x="3621394" y="334448"/>
                </a:cubicBezTo>
                <a:cubicBezTo>
                  <a:pt x="3606485" y="359475"/>
                  <a:pt x="3580926" y="382904"/>
                  <a:pt x="3587849" y="419112"/>
                </a:cubicBezTo>
                <a:cubicBezTo>
                  <a:pt x="3663460" y="393021"/>
                  <a:pt x="3731086" y="354682"/>
                  <a:pt x="3812022" y="414853"/>
                </a:cubicBezTo>
                <a:cubicBezTo>
                  <a:pt x="3812022" y="416450"/>
                  <a:pt x="3812022" y="419112"/>
                  <a:pt x="3812022" y="421242"/>
                </a:cubicBezTo>
                <a:lnTo>
                  <a:pt x="3812022" y="443606"/>
                </a:lnTo>
                <a:cubicBezTo>
                  <a:pt x="3804035" y="511232"/>
                  <a:pt x="3718306" y="538389"/>
                  <a:pt x="3680500" y="594299"/>
                </a:cubicBezTo>
                <a:cubicBezTo>
                  <a:pt x="3671448" y="598559"/>
                  <a:pt x="3662396" y="604416"/>
                  <a:pt x="3654409" y="611339"/>
                </a:cubicBezTo>
                <a:cubicBezTo>
                  <a:pt x="3631245" y="611871"/>
                  <a:pt x="3609547" y="617462"/>
                  <a:pt x="3588713" y="625782"/>
                </a:cubicBezTo>
                <a:lnTo>
                  <a:pt x="3528743" y="656327"/>
                </a:lnTo>
                <a:lnTo>
                  <a:pt x="3528743" y="539454"/>
                </a:lnTo>
                <a:lnTo>
                  <a:pt x="3528210" y="540085"/>
                </a:lnTo>
                <a:lnTo>
                  <a:pt x="3528210" y="539454"/>
                </a:lnTo>
                <a:cubicBezTo>
                  <a:pt x="3539393" y="525077"/>
                  <a:pt x="3549510" y="514427"/>
                  <a:pt x="3607018" y="543714"/>
                </a:cubicBezTo>
                <a:cubicBezTo>
                  <a:pt x="3662396" y="536791"/>
                  <a:pt x="3687954" y="488336"/>
                  <a:pt x="3715111" y="446801"/>
                </a:cubicBezTo>
                <a:cubicBezTo>
                  <a:pt x="3702864" y="404203"/>
                  <a:pt x="3566549" y="469165"/>
                  <a:pt x="3537263" y="475024"/>
                </a:cubicBezTo>
                <a:lnTo>
                  <a:pt x="3528743" y="483543"/>
                </a:lnTo>
                <a:lnTo>
                  <a:pt x="3528743" y="193873"/>
                </a:lnTo>
                <a:lnTo>
                  <a:pt x="3528210" y="194459"/>
                </a:lnTo>
                <a:lnTo>
                  <a:pt x="3528210" y="193873"/>
                </a:lnTo>
                <a:cubicBezTo>
                  <a:pt x="3574537" y="146483"/>
                  <a:pt x="3615005" y="96962"/>
                  <a:pt x="3608082" y="30402"/>
                </a:cubicBezTo>
                <a:cubicBezTo>
                  <a:pt x="3611543" y="3512"/>
                  <a:pt x="3626453" y="-2745"/>
                  <a:pt x="3645157" y="983"/>
                </a:cubicBezTo>
                <a:close/>
              </a:path>
            </a:pathLst>
          </a:custGeom>
          <a:solidFill>
            <a:srgbClr val="81308C"/>
          </a:solidFill>
          <a:ln w="0">
            <a:noFill/>
          </a:ln>
        </p:spPr>
      </p:sp>
      <p:sp>
        <p:nvSpPr>
          <p:cNvPr id="7" name="original-template-logo-1"/>
          <p:cNvSpPr>
            <a:spLocks noGrp="1"/>
          </p:cNvSpPr>
          <p:nvPr/>
        </p:nvSpPr>
        <p:spPr>
          <a:xfrm>
            <a:off x="10622756" y="764953"/>
            <a:ext cx="1272159" cy="128302"/>
          </a:xfrm>
          <a:custGeom>
            <a:avLst/>
            <a:gdLst/>
            <a:ahLst/>
            <a:cxnLst/>
            <a:pathLst>
              <a:path w="3817880" h="420659">
                <a:moveTo>
                  <a:pt x="2873364" y="329175"/>
                </a:moveTo>
                <a:lnTo>
                  <a:pt x="2873364" y="302019"/>
                </a:lnTo>
                <a:cubicBezTo>
                  <a:pt x="2879221" y="303084"/>
                  <a:pt x="2885611" y="304149"/>
                  <a:pt x="2893598" y="304149"/>
                </a:cubicBezTo>
                <a:cubicBezTo>
                  <a:pt x="2903715" y="304149"/>
                  <a:pt x="2914898" y="302019"/>
                  <a:pt x="2926080" y="298291"/>
                </a:cubicBezTo>
                <a:cubicBezTo>
                  <a:pt x="2937262" y="294031"/>
                  <a:pt x="2949509" y="287109"/>
                  <a:pt x="2962288" y="278057"/>
                </a:cubicBezTo>
                <a:lnTo>
                  <a:pt x="2962288" y="303084"/>
                </a:lnTo>
                <a:cubicBezTo>
                  <a:pt x="2950041" y="312136"/>
                  <a:pt x="2936197" y="317993"/>
                  <a:pt x="2921820" y="322253"/>
                </a:cubicBezTo>
                <a:cubicBezTo>
                  <a:pt x="2908508" y="326513"/>
                  <a:pt x="2893598" y="329175"/>
                  <a:pt x="2880286" y="329175"/>
                </a:cubicBezTo>
                <a:cubicBezTo>
                  <a:pt x="2877624" y="329175"/>
                  <a:pt x="2875494" y="329175"/>
                  <a:pt x="2873364" y="329175"/>
                </a:cubicBezTo>
                <a:lnTo>
                  <a:pt x="2873364" y="329175"/>
                </a:lnTo>
                <a:close/>
                <a:moveTo>
                  <a:pt x="2873364" y="209367"/>
                </a:moveTo>
                <a:lnTo>
                  <a:pt x="2873364" y="191263"/>
                </a:lnTo>
                <a:lnTo>
                  <a:pt x="2922885" y="191263"/>
                </a:lnTo>
                <a:lnTo>
                  <a:pt x="2922885" y="184341"/>
                </a:lnTo>
                <a:cubicBezTo>
                  <a:pt x="2922885" y="166236"/>
                  <a:pt x="2919690" y="152924"/>
                  <a:pt x="2911703" y="143872"/>
                </a:cubicBezTo>
                <a:cubicBezTo>
                  <a:pt x="2903715" y="133755"/>
                  <a:pt x="2892533" y="128963"/>
                  <a:pt x="2878156" y="128963"/>
                </a:cubicBezTo>
                <a:cubicBezTo>
                  <a:pt x="2876027" y="128963"/>
                  <a:pt x="2874962" y="128963"/>
                  <a:pt x="2873897" y="128963"/>
                </a:cubicBezTo>
                <a:lnTo>
                  <a:pt x="2873897" y="109794"/>
                </a:lnTo>
                <a:cubicBezTo>
                  <a:pt x="2877091" y="109794"/>
                  <a:pt x="2880819" y="108729"/>
                  <a:pt x="2884014" y="108729"/>
                </a:cubicBezTo>
                <a:cubicBezTo>
                  <a:pt x="2909040" y="108729"/>
                  <a:pt x="2927677" y="116716"/>
                  <a:pt x="2941522" y="132158"/>
                </a:cubicBezTo>
                <a:cubicBezTo>
                  <a:pt x="2956431" y="148132"/>
                  <a:pt x="2962821" y="169431"/>
                  <a:pt x="2962821" y="194990"/>
                </a:cubicBezTo>
                <a:cubicBezTo>
                  <a:pt x="2962821" y="198185"/>
                  <a:pt x="2962821" y="201912"/>
                  <a:pt x="2962821" y="202978"/>
                </a:cubicBezTo>
                <a:cubicBezTo>
                  <a:pt x="2962821" y="205107"/>
                  <a:pt x="2962821" y="207237"/>
                  <a:pt x="2962821" y="208835"/>
                </a:cubicBezTo>
                <a:lnTo>
                  <a:pt x="2873364" y="208835"/>
                </a:lnTo>
                <a:lnTo>
                  <a:pt x="2873364" y="209367"/>
                </a:lnTo>
                <a:close/>
                <a:moveTo>
                  <a:pt x="2994770" y="325448"/>
                </a:moveTo>
                <a:lnTo>
                  <a:pt x="2994770" y="309473"/>
                </a:lnTo>
                <a:lnTo>
                  <a:pt x="3017134" y="307343"/>
                </a:lnTo>
                <a:lnTo>
                  <a:pt x="3025121" y="299356"/>
                </a:lnTo>
                <a:lnTo>
                  <a:pt x="3025121" y="141742"/>
                </a:lnTo>
                <a:lnTo>
                  <a:pt x="2994770" y="141742"/>
                </a:lnTo>
                <a:lnTo>
                  <a:pt x="2994770" y="127365"/>
                </a:lnTo>
                <a:lnTo>
                  <a:pt x="3045355" y="112456"/>
                </a:lnTo>
                <a:lnTo>
                  <a:pt x="3062395" y="112456"/>
                </a:lnTo>
                <a:lnTo>
                  <a:pt x="3062395" y="152924"/>
                </a:lnTo>
                <a:cubicBezTo>
                  <a:pt x="3069317" y="146002"/>
                  <a:pt x="3077304" y="138015"/>
                  <a:pt x="3083694" y="131625"/>
                </a:cubicBezTo>
                <a:cubicBezTo>
                  <a:pt x="3091681" y="124703"/>
                  <a:pt x="3100733" y="116716"/>
                  <a:pt x="3108720" y="110326"/>
                </a:cubicBezTo>
                <a:cubicBezTo>
                  <a:pt x="3109785" y="110326"/>
                  <a:pt x="3111915" y="110326"/>
                  <a:pt x="3112980" y="110326"/>
                </a:cubicBezTo>
                <a:cubicBezTo>
                  <a:pt x="3114045" y="110326"/>
                  <a:pt x="3116175" y="109261"/>
                  <a:pt x="3119902" y="109261"/>
                </a:cubicBezTo>
                <a:cubicBezTo>
                  <a:pt x="3124162" y="109261"/>
                  <a:pt x="3128955" y="110326"/>
                  <a:pt x="3132149" y="111391"/>
                </a:cubicBezTo>
                <a:cubicBezTo>
                  <a:pt x="3136409" y="112456"/>
                  <a:pt x="3141202" y="113521"/>
                  <a:pt x="3145461" y="115651"/>
                </a:cubicBezTo>
                <a:lnTo>
                  <a:pt x="3145461" y="152924"/>
                </a:lnTo>
                <a:lnTo>
                  <a:pt x="3132149" y="152924"/>
                </a:lnTo>
                <a:cubicBezTo>
                  <a:pt x="3128955" y="149730"/>
                  <a:pt x="3125227" y="147067"/>
                  <a:pt x="3122032" y="144937"/>
                </a:cubicBezTo>
                <a:cubicBezTo>
                  <a:pt x="3118837" y="143872"/>
                  <a:pt x="3114045" y="142807"/>
                  <a:pt x="3109785" y="142807"/>
                </a:cubicBezTo>
                <a:cubicBezTo>
                  <a:pt x="3102863" y="142807"/>
                  <a:pt x="3094876" y="144937"/>
                  <a:pt x="3087421" y="150794"/>
                </a:cubicBezTo>
                <a:cubicBezTo>
                  <a:pt x="3079434" y="155054"/>
                  <a:pt x="3071446" y="163042"/>
                  <a:pt x="3062395" y="174223"/>
                </a:cubicBezTo>
                <a:lnTo>
                  <a:pt x="3062395" y="299356"/>
                </a:lnTo>
                <a:lnTo>
                  <a:pt x="3069317" y="307343"/>
                </a:lnTo>
                <a:lnTo>
                  <a:pt x="3099668" y="309473"/>
                </a:lnTo>
                <a:lnTo>
                  <a:pt x="3099668" y="325448"/>
                </a:lnTo>
                <a:lnTo>
                  <a:pt x="2994770" y="325448"/>
                </a:lnTo>
                <a:lnTo>
                  <a:pt x="2994770" y="325448"/>
                </a:lnTo>
                <a:close/>
                <a:moveTo>
                  <a:pt x="3299880" y="119378"/>
                </a:moveTo>
                <a:lnTo>
                  <a:pt x="3299880" y="168899"/>
                </a:lnTo>
                <a:lnTo>
                  <a:pt x="3277516" y="168899"/>
                </a:lnTo>
                <a:lnTo>
                  <a:pt x="3274322" y="138547"/>
                </a:lnTo>
                <a:cubicBezTo>
                  <a:pt x="3268464" y="135353"/>
                  <a:pt x="3263139" y="132690"/>
                  <a:pt x="3257282" y="130560"/>
                </a:cubicBezTo>
                <a:cubicBezTo>
                  <a:pt x="3253022" y="129495"/>
                  <a:pt x="3247165" y="128430"/>
                  <a:pt x="3241308" y="128430"/>
                </a:cubicBezTo>
                <a:cubicBezTo>
                  <a:pt x="3230126" y="128430"/>
                  <a:pt x="3221074" y="131625"/>
                  <a:pt x="3215216" y="137482"/>
                </a:cubicBezTo>
                <a:cubicBezTo>
                  <a:pt x="3208294" y="143340"/>
                  <a:pt x="3205099" y="149730"/>
                  <a:pt x="3205099" y="159847"/>
                </a:cubicBezTo>
                <a:cubicBezTo>
                  <a:pt x="3205099" y="168899"/>
                  <a:pt x="3207229" y="175821"/>
                  <a:pt x="3213086" y="181146"/>
                </a:cubicBezTo>
                <a:cubicBezTo>
                  <a:pt x="3218943" y="187003"/>
                  <a:pt x="3227463" y="192328"/>
                  <a:pt x="3242373" y="200315"/>
                </a:cubicBezTo>
                <a:cubicBezTo>
                  <a:pt x="3244502" y="201380"/>
                  <a:pt x="3248230" y="202445"/>
                  <a:pt x="3253555" y="204575"/>
                </a:cubicBezTo>
                <a:cubicBezTo>
                  <a:pt x="3269529" y="212562"/>
                  <a:pt x="3281776" y="218952"/>
                  <a:pt x="3288699" y="224809"/>
                </a:cubicBezTo>
                <a:cubicBezTo>
                  <a:pt x="3294556" y="229069"/>
                  <a:pt x="3298815" y="234926"/>
                  <a:pt x="3300946" y="241848"/>
                </a:cubicBezTo>
                <a:cubicBezTo>
                  <a:pt x="3304140" y="247706"/>
                  <a:pt x="3305205" y="255160"/>
                  <a:pt x="3305205" y="263148"/>
                </a:cubicBezTo>
                <a:cubicBezTo>
                  <a:pt x="3305205" y="283382"/>
                  <a:pt x="3298283" y="299356"/>
                  <a:pt x="3283906" y="311603"/>
                </a:cubicBezTo>
                <a:cubicBezTo>
                  <a:pt x="3269529" y="322785"/>
                  <a:pt x="3248763" y="328643"/>
                  <a:pt x="3223203" y="328643"/>
                </a:cubicBezTo>
                <a:cubicBezTo>
                  <a:pt x="3213086" y="328643"/>
                  <a:pt x="3202969" y="327578"/>
                  <a:pt x="3193917" y="326513"/>
                </a:cubicBezTo>
                <a:cubicBezTo>
                  <a:pt x="3183800" y="325448"/>
                  <a:pt x="3174748" y="323318"/>
                  <a:pt x="3166761" y="319591"/>
                </a:cubicBezTo>
                <a:lnTo>
                  <a:pt x="3166761" y="262083"/>
                </a:lnTo>
                <a:lnTo>
                  <a:pt x="3188060" y="262083"/>
                </a:lnTo>
                <a:lnTo>
                  <a:pt x="3192319" y="299356"/>
                </a:lnTo>
                <a:cubicBezTo>
                  <a:pt x="3199242" y="303616"/>
                  <a:pt x="3204566" y="306279"/>
                  <a:pt x="3211489" y="307343"/>
                </a:cubicBezTo>
                <a:cubicBezTo>
                  <a:pt x="3217346" y="309473"/>
                  <a:pt x="3223736" y="310538"/>
                  <a:pt x="3229593" y="310538"/>
                </a:cubicBezTo>
                <a:cubicBezTo>
                  <a:pt x="3241840" y="310538"/>
                  <a:pt x="3251957" y="307343"/>
                  <a:pt x="3259944" y="300421"/>
                </a:cubicBezTo>
                <a:cubicBezTo>
                  <a:pt x="3267932" y="293499"/>
                  <a:pt x="3271126" y="285512"/>
                  <a:pt x="3271126" y="274330"/>
                </a:cubicBezTo>
                <a:cubicBezTo>
                  <a:pt x="3271126" y="265278"/>
                  <a:pt x="3268997" y="258355"/>
                  <a:pt x="3263139" y="253031"/>
                </a:cubicBezTo>
                <a:cubicBezTo>
                  <a:pt x="3257282" y="247173"/>
                  <a:pt x="3246100" y="239719"/>
                  <a:pt x="3225866" y="230666"/>
                </a:cubicBezTo>
                <a:cubicBezTo>
                  <a:pt x="3204566" y="221614"/>
                  <a:pt x="3189657" y="211497"/>
                  <a:pt x="3182203" y="203510"/>
                </a:cubicBezTo>
                <a:cubicBezTo>
                  <a:pt x="3173150" y="194458"/>
                  <a:pt x="3169955" y="183276"/>
                  <a:pt x="3169955" y="171029"/>
                </a:cubicBezTo>
                <a:cubicBezTo>
                  <a:pt x="3169955" y="151859"/>
                  <a:pt x="3176878" y="135885"/>
                  <a:pt x="3190190" y="125768"/>
                </a:cubicBezTo>
                <a:cubicBezTo>
                  <a:pt x="3203502" y="114586"/>
                  <a:pt x="3222671" y="108729"/>
                  <a:pt x="3247698" y="108729"/>
                </a:cubicBezTo>
                <a:cubicBezTo>
                  <a:pt x="3257814" y="108729"/>
                  <a:pt x="3266867" y="109794"/>
                  <a:pt x="3274854" y="111923"/>
                </a:cubicBezTo>
                <a:cubicBezTo>
                  <a:pt x="3283906" y="114053"/>
                  <a:pt x="3291893" y="116183"/>
                  <a:pt x="3299880" y="119378"/>
                </a:cubicBezTo>
                <a:lnTo>
                  <a:pt x="3299880" y="119378"/>
                </a:lnTo>
                <a:close/>
                <a:moveTo>
                  <a:pt x="3389870" y="112988"/>
                </a:moveTo>
                <a:lnTo>
                  <a:pt x="3406909" y="112988"/>
                </a:lnTo>
                <a:lnTo>
                  <a:pt x="3406909" y="299889"/>
                </a:lnTo>
                <a:lnTo>
                  <a:pt x="3413831" y="307876"/>
                </a:lnTo>
                <a:lnTo>
                  <a:pt x="3437261" y="310006"/>
                </a:lnTo>
                <a:lnTo>
                  <a:pt x="3437261" y="325980"/>
                </a:lnTo>
                <a:lnTo>
                  <a:pt x="3339284" y="325980"/>
                </a:lnTo>
                <a:lnTo>
                  <a:pt x="3339284" y="310006"/>
                </a:lnTo>
                <a:lnTo>
                  <a:pt x="3361648" y="307876"/>
                </a:lnTo>
                <a:lnTo>
                  <a:pt x="3369635" y="299889"/>
                </a:lnTo>
                <a:lnTo>
                  <a:pt x="3369635" y="142275"/>
                </a:lnTo>
                <a:lnTo>
                  <a:pt x="3339284" y="142275"/>
                </a:lnTo>
                <a:lnTo>
                  <a:pt x="3339284" y="127365"/>
                </a:lnTo>
                <a:lnTo>
                  <a:pt x="3389870" y="112988"/>
                </a:lnTo>
                <a:lnTo>
                  <a:pt x="3389870" y="112988"/>
                </a:lnTo>
                <a:close/>
                <a:moveTo>
                  <a:pt x="3390934" y="15012"/>
                </a:moveTo>
                <a:cubicBezTo>
                  <a:pt x="3398922" y="15012"/>
                  <a:pt x="3404246" y="17142"/>
                  <a:pt x="3409039" y="22999"/>
                </a:cubicBezTo>
                <a:cubicBezTo>
                  <a:pt x="3414896" y="27259"/>
                  <a:pt x="3417026" y="33116"/>
                  <a:pt x="3417026" y="41104"/>
                </a:cubicBezTo>
                <a:cubicBezTo>
                  <a:pt x="3417026" y="48026"/>
                  <a:pt x="3414896" y="53351"/>
                  <a:pt x="3409039" y="58143"/>
                </a:cubicBezTo>
                <a:cubicBezTo>
                  <a:pt x="3404779" y="64000"/>
                  <a:pt x="3398922" y="66130"/>
                  <a:pt x="3390934" y="66130"/>
                </a:cubicBezTo>
                <a:cubicBezTo>
                  <a:pt x="3384013" y="66130"/>
                  <a:pt x="3378688" y="64000"/>
                  <a:pt x="3372830" y="58143"/>
                </a:cubicBezTo>
                <a:cubicBezTo>
                  <a:pt x="3368571" y="53883"/>
                  <a:pt x="3365908" y="48026"/>
                  <a:pt x="3365908" y="41104"/>
                </a:cubicBezTo>
                <a:cubicBezTo>
                  <a:pt x="3365908" y="33116"/>
                  <a:pt x="3368038" y="27792"/>
                  <a:pt x="3372830" y="22999"/>
                </a:cubicBezTo>
                <a:cubicBezTo>
                  <a:pt x="3378688" y="17142"/>
                  <a:pt x="3384545" y="15012"/>
                  <a:pt x="3390934" y="15012"/>
                </a:cubicBezTo>
                <a:lnTo>
                  <a:pt x="3390934" y="15012"/>
                </a:lnTo>
                <a:close/>
                <a:moveTo>
                  <a:pt x="3484651" y="140677"/>
                </a:moveTo>
                <a:lnTo>
                  <a:pt x="3457494" y="140677"/>
                </a:lnTo>
                <a:lnTo>
                  <a:pt x="3457494" y="127365"/>
                </a:lnTo>
                <a:lnTo>
                  <a:pt x="3485716" y="114053"/>
                </a:lnTo>
                <a:lnTo>
                  <a:pt x="3504885" y="73585"/>
                </a:lnTo>
                <a:lnTo>
                  <a:pt x="3521924" y="73585"/>
                </a:lnTo>
                <a:lnTo>
                  <a:pt x="3521924" y="120975"/>
                </a:lnTo>
                <a:lnTo>
                  <a:pt x="3588484" y="120975"/>
                </a:lnTo>
                <a:lnTo>
                  <a:pt x="3588484" y="141210"/>
                </a:lnTo>
                <a:lnTo>
                  <a:pt x="3521924" y="141210"/>
                </a:lnTo>
                <a:lnTo>
                  <a:pt x="3521924" y="256225"/>
                </a:lnTo>
                <a:cubicBezTo>
                  <a:pt x="3521924" y="275395"/>
                  <a:pt x="3524054" y="288707"/>
                  <a:pt x="3529912" y="294564"/>
                </a:cubicBezTo>
                <a:cubicBezTo>
                  <a:pt x="3534172" y="301486"/>
                  <a:pt x="3544821" y="304681"/>
                  <a:pt x="3558133" y="304681"/>
                </a:cubicBezTo>
                <a:cubicBezTo>
                  <a:pt x="3562393" y="304681"/>
                  <a:pt x="3567185" y="304681"/>
                  <a:pt x="3573043" y="303616"/>
                </a:cubicBezTo>
                <a:cubicBezTo>
                  <a:pt x="3577302" y="303616"/>
                  <a:pt x="3583160" y="302551"/>
                  <a:pt x="3589017" y="301486"/>
                </a:cubicBezTo>
                <a:lnTo>
                  <a:pt x="3589017" y="317461"/>
                </a:lnTo>
                <a:cubicBezTo>
                  <a:pt x="3578900" y="320655"/>
                  <a:pt x="3568783" y="323318"/>
                  <a:pt x="3559731" y="325448"/>
                </a:cubicBezTo>
                <a:cubicBezTo>
                  <a:pt x="3549614" y="326513"/>
                  <a:pt x="3540561" y="327578"/>
                  <a:pt x="3531509" y="327578"/>
                </a:cubicBezTo>
                <a:cubicBezTo>
                  <a:pt x="3514470" y="327578"/>
                  <a:pt x="3502223" y="324383"/>
                  <a:pt x="3495300" y="317461"/>
                </a:cubicBezTo>
                <a:cubicBezTo>
                  <a:pt x="3488378" y="311603"/>
                  <a:pt x="3485184" y="299356"/>
                  <a:pt x="3485184" y="282317"/>
                </a:cubicBezTo>
                <a:lnTo>
                  <a:pt x="3485184" y="140677"/>
                </a:lnTo>
                <a:lnTo>
                  <a:pt x="3484651" y="140677"/>
                </a:lnTo>
                <a:close/>
                <a:moveTo>
                  <a:pt x="3592744" y="114053"/>
                </a:moveTo>
                <a:lnTo>
                  <a:pt x="3687526" y="114053"/>
                </a:lnTo>
                <a:lnTo>
                  <a:pt x="3687526" y="131093"/>
                </a:lnTo>
                <a:lnTo>
                  <a:pt x="3665162" y="132158"/>
                </a:lnTo>
                <a:lnTo>
                  <a:pt x="3659304" y="140145"/>
                </a:lnTo>
                <a:lnTo>
                  <a:pt x="3712020" y="276460"/>
                </a:lnTo>
                <a:lnTo>
                  <a:pt x="3765800" y="140145"/>
                </a:lnTo>
                <a:lnTo>
                  <a:pt x="3762606" y="132158"/>
                </a:lnTo>
                <a:lnTo>
                  <a:pt x="3739176" y="131093"/>
                </a:lnTo>
                <a:lnTo>
                  <a:pt x="3739176" y="114053"/>
                </a:lnTo>
                <a:lnTo>
                  <a:pt x="3817984" y="114053"/>
                </a:lnTo>
                <a:lnTo>
                  <a:pt x="3817984" y="131093"/>
                </a:lnTo>
                <a:lnTo>
                  <a:pt x="3791892" y="134287"/>
                </a:lnTo>
                <a:lnTo>
                  <a:pt x="3704033" y="347279"/>
                </a:lnTo>
                <a:cubicBezTo>
                  <a:pt x="3692851" y="373371"/>
                  <a:pt x="3682734" y="392540"/>
                  <a:pt x="3671552" y="403722"/>
                </a:cubicBezTo>
                <a:cubicBezTo>
                  <a:pt x="3660369" y="414904"/>
                  <a:pt x="3648122" y="420762"/>
                  <a:pt x="3634278" y="420762"/>
                </a:cubicBezTo>
                <a:cubicBezTo>
                  <a:pt x="3625226" y="420762"/>
                  <a:pt x="3617238" y="418632"/>
                  <a:pt x="3611914" y="413839"/>
                </a:cubicBezTo>
                <a:cubicBezTo>
                  <a:pt x="3606056" y="409580"/>
                  <a:pt x="3603926" y="403722"/>
                  <a:pt x="3603926" y="396800"/>
                </a:cubicBezTo>
                <a:cubicBezTo>
                  <a:pt x="3603926" y="392540"/>
                  <a:pt x="3604992" y="387748"/>
                  <a:pt x="3606056" y="384553"/>
                </a:cubicBezTo>
                <a:cubicBezTo>
                  <a:pt x="3608186" y="380293"/>
                  <a:pt x="3611914" y="376566"/>
                  <a:pt x="3615108" y="373371"/>
                </a:cubicBezTo>
                <a:lnTo>
                  <a:pt x="3656642" y="389345"/>
                </a:lnTo>
                <a:cubicBezTo>
                  <a:pt x="3663564" y="382423"/>
                  <a:pt x="3669954" y="373371"/>
                  <a:pt x="3675811" y="362189"/>
                </a:cubicBezTo>
                <a:cubicBezTo>
                  <a:pt x="3681668" y="351007"/>
                  <a:pt x="3686993" y="338760"/>
                  <a:pt x="3692851" y="323850"/>
                </a:cubicBezTo>
                <a:lnTo>
                  <a:pt x="3618304" y="133755"/>
                </a:lnTo>
                <a:lnTo>
                  <a:pt x="3592212" y="131625"/>
                </a:lnTo>
                <a:lnTo>
                  <a:pt x="3592212" y="114053"/>
                </a:lnTo>
                <a:close/>
                <a:moveTo>
                  <a:pt x="2548019" y="114053"/>
                </a:moveTo>
                <a:lnTo>
                  <a:pt x="2643865" y="114053"/>
                </a:lnTo>
                <a:lnTo>
                  <a:pt x="2643865" y="131093"/>
                </a:lnTo>
                <a:lnTo>
                  <a:pt x="2620436" y="132158"/>
                </a:lnTo>
                <a:lnTo>
                  <a:pt x="2616176" y="140145"/>
                </a:lnTo>
                <a:lnTo>
                  <a:pt x="2666762" y="283382"/>
                </a:lnTo>
                <a:lnTo>
                  <a:pt x="2723205" y="140145"/>
                </a:lnTo>
                <a:lnTo>
                  <a:pt x="2720010" y="132158"/>
                </a:lnTo>
                <a:lnTo>
                  <a:pt x="2696581" y="131093"/>
                </a:lnTo>
                <a:lnTo>
                  <a:pt x="2696581" y="114053"/>
                </a:lnTo>
                <a:lnTo>
                  <a:pt x="2773258" y="114053"/>
                </a:lnTo>
                <a:lnTo>
                  <a:pt x="2773258" y="131093"/>
                </a:lnTo>
                <a:lnTo>
                  <a:pt x="2748231" y="134287"/>
                </a:lnTo>
                <a:lnTo>
                  <a:pt x="2671554" y="325448"/>
                </a:lnTo>
                <a:lnTo>
                  <a:pt x="2646528" y="325448"/>
                </a:lnTo>
                <a:lnTo>
                  <a:pt x="2575708" y="132690"/>
                </a:lnTo>
                <a:lnTo>
                  <a:pt x="2548552" y="130560"/>
                </a:lnTo>
                <a:lnTo>
                  <a:pt x="2548552" y="114053"/>
                </a:lnTo>
                <a:lnTo>
                  <a:pt x="2548019" y="114053"/>
                </a:lnTo>
                <a:close/>
                <a:moveTo>
                  <a:pt x="2873364" y="110326"/>
                </a:moveTo>
                <a:lnTo>
                  <a:pt x="2873364" y="129495"/>
                </a:lnTo>
                <a:cubicBezTo>
                  <a:pt x="2860052" y="130560"/>
                  <a:pt x="2849935" y="137482"/>
                  <a:pt x="2839818" y="147599"/>
                </a:cubicBezTo>
                <a:cubicBezTo>
                  <a:pt x="2829701" y="158782"/>
                  <a:pt x="2823843" y="173691"/>
                  <a:pt x="2822779" y="191263"/>
                </a:cubicBezTo>
                <a:lnTo>
                  <a:pt x="2873364" y="191263"/>
                </a:lnTo>
                <a:lnTo>
                  <a:pt x="2873364" y="209367"/>
                </a:lnTo>
                <a:lnTo>
                  <a:pt x="2820649" y="209367"/>
                </a:lnTo>
                <a:lnTo>
                  <a:pt x="2820649" y="215224"/>
                </a:lnTo>
                <a:cubicBezTo>
                  <a:pt x="2820649" y="242381"/>
                  <a:pt x="2827571" y="263680"/>
                  <a:pt x="2839818" y="280719"/>
                </a:cubicBezTo>
                <a:cubicBezTo>
                  <a:pt x="2848870" y="290837"/>
                  <a:pt x="2860052" y="298824"/>
                  <a:pt x="2873364" y="302019"/>
                </a:cubicBezTo>
                <a:lnTo>
                  <a:pt x="2873364" y="329175"/>
                </a:lnTo>
                <a:cubicBezTo>
                  <a:pt x="2847273" y="328110"/>
                  <a:pt x="2825973" y="317993"/>
                  <a:pt x="2808934" y="299889"/>
                </a:cubicBezTo>
                <a:cubicBezTo>
                  <a:pt x="2790830" y="279655"/>
                  <a:pt x="2781778" y="253563"/>
                  <a:pt x="2781778" y="221082"/>
                </a:cubicBezTo>
                <a:cubicBezTo>
                  <a:pt x="2781778" y="188600"/>
                  <a:pt x="2791895" y="162509"/>
                  <a:pt x="2809999" y="141210"/>
                </a:cubicBezTo>
                <a:cubicBezTo>
                  <a:pt x="2827038" y="123106"/>
                  <a:pt x="2847273" y="112988"/>
                  <a:pt x="2873364" y="110326"/>
                </a:cubicBezTo>
                <a:lnTo>
                  <a:pt x="2873364" y="110326"/>
                </a:lnTo>
                <a:close/>
                <a:moveTo>
                  <a:pt x="1632686" y="323318"/>
                </a:moveTo>
                <a:lnTo>
                  <a:pt x="1632686" y="304149"/>
                </a:lnTo>
                <a:cubicBezTo>
                  <a:pt x="1636946" y="303084"/>
                  <a:pt x="1641738" y="302019"/>
                  <a:pt x="1647063" y="299889"/>
                </a:cubicBezTo>
                <a:cubicBezTo>
                  <a:pt x="1656115" y="296694"/>
                  <a:pt x="1666232" y="291902"/>
                  <a:pt x="1677414" y="285512"/>
                </a:cubicBezTo>
                <a:lnTo>
                  <a:pt x="1677414" y="207237"/>
                </a:lnTo>
                <a:cubicBezTo>
                  <a:pt x="1659310" y="213095"/>
                  <a:pt x="1644933" y="217354"/>
                  <a:pt x="1632153" y="222147"/>
                </a:cubicBezTo>
                <a:lnTo>
                  <a:pt x="1632153" y="204042"/>
                </a:lnTo>
                <a:cubicBezTo>
                  <a:pt x="1645465" y="200847"/>
                  <a:pt x="1660375" y="196055"/>
                  <a:pt x="1677414" y="192860"/>
                </a:cubicBezTo>
                <a:lnTo>
                  <a:pt x="1677414" y="178483"/>
                </a:lnTo>
                <a:cubicBezTo>
                  <a:pt x="1677414" y="160379"/>
                  <a:pt x="1674219" y="148132"/>
                  <a:pt x="1668362" y="140145"/>
                </a:cubicBezTo>
                <a:cubicBezTo>
                  <a:pt x="1662505" y="133223"/>
                  <a:pt x="1651323" y="130028"/>
                  <a:pt x="1636946" y="130028"/>
                </a:cubicBezTo>
                <a:cubicBezTo>
                  <a:pt x="1635881" y="130028"/>
                  <a:pt x="1633751" y="130028"/>
                  <a:pt x="1632686" y="130028"/>
                </a:cubicBezTo>
                <a:lnTo>
                  <a:pt x="1632686" y="110858"/>
                </a:lnTo>
                <a:cubicBezTo>
                  <a:pt x="1638543" y="110858"/>
                  <a:pt x="1642803" y="109794"/>
                  <a:pt x="1648660" y="109794"/>
                </a:cubicBezTo>
                <a:cubicBezTo>
                  <a:pt x="1672089" y="109794"/>
                  <a:pt x="1688064" y="115651"/>
                  <a:pt x="1699246" y="125768"/>
                </a:cubicBezTo>
                <a:cubicBezTo>
                  <a:pt x="1709363" y="135885"/>
                  <a:pt x="1715220" y="151859"/>
                  <a:pt x="1715220" y="174223"/>
                </a:cubicBezTo>
                <a:lnTo>
                  <a:pt x="1715220" y="300421"/>
                </a:lnTo>
                <a:lnTo>
                  <a:pt x="1722143" y="308408"/>
                </a:lnTo>
                <a:lnTo>
                  <a:pt x="1745572" y="310538"/>
                </a:lnTo>
                <a:lnTo>
                  <a:pt x="1745572" y="326513"/>
                </a:lnTo>
                <a:lnTo>
                  <a:pt x="1683804" y="326513"/>
                </a:lnTo>
                <a:lnTo>
                  <a:pt x="1677947" y="300421"/>
                </a:lnTo>
                <a:cubicBezTo>
                  <a:pt x="1663570" y="310538"/>
                  <a:pt x="1650790" y="317461"/>
                  <a:pt x="1638543" y="321720"/>
                </a:cubicBezTo>
                <a:cubicBezTo>
                  <a:pt x="1636946" y="322253"/>
                  <a:pt x="1634816" y="322253"/>
                  <a:pt x="1632686" y="323318"/>
                </a:cubicBezTo>
                <a:lnTo>
                  <a:pt x="1632686" y="323318"/>
                </a:lnTo>
                <a:close/>
                <a:moveTo>
                  <a:pt x="2494771" y="15012"/>
                </a:moveTo>
                <a:cubicBezTo>
                  <a:pt x="2502758" y="15012"/>
                  <a:pt x="2508083" y="17142"/>
                  <a:pt x="2512875" y="22999"/>
                </a:cubicBezTo>
                <a:cubicBezTo>
                  <a:pt x="2518732" y="27259"/>
                  <a:pt x="2520862" y="33116"/>
                  <a:pt x="2520862" y="41104"/>
                </a:cubicBezTo>
                <a:cubicBezTo>
                  <a:pt x="2520862" y="48026"/>
                  <a:pt x="2518732" y="53351"/>
                  <a:pt x="2512875" y="58143"/>
                </a:cubicBezTo>
                <a:cubicBezTo>
                  <a:pt x="2508616" y="64000"/>
                  <a:pt x="2502758" y="66130"/>
                  <a:pt x="2494771" y="66130"/>
                </a:cubicBezTo>
                <a:cubicBezTo>
                  <a:pt x="2487849" y="66130"/>
                  <a:pt x="2482524" y="64000"/>
                  <a:pt x="2477731" y="58143"/>
                </a:cubicBezTo>
                <a:cubicBezTo>
                  <a:pt x="2471874" y="53883"/>
                  <a:pt x="2469744" y="48026"/>
                  <a:pt x="2469744" y="41104"/>
                </a:cubicBezTo>
                <a:cubicBezTo>
                  <a:pt x="2469744" y="33116"/>
                  <a:pt x="2471874" y="27792"/>
                  <a:pt x="2477731" y="22999"/>
                </a:cubicBezTo>
                <a:cubicBezTo>
                  <a:pt x="2482524" y="17142"/>
                  <a:pt x="2488381" y="15012"/>
                  <a:pt x="2494771" y="15012"/>
                </a:cubicBezTo>
                <a:lnTo>
                  <a:pt x="2494771" y="15012"/>
                </a:lnTo>
                <a:close/>
                <a:moveTo>
                  <a:pt x="2493706" y="112988"/>
                </a:moveTo>
                <a:lnTo>
                  <a:pt x="2510745" y="112988"/>
                </a:lnTo>
                <a:lnTo>
                  <a:pt x="2510745" y="299889"/>
                </a:lnTo>
                <a:lnTo>
                  <a:pt x="2518732" y="307876"/>
                </a:lnTo>
                <a:lnTo>
                  <a:pt x="2542162" y="310006"/>
                </a:lnTo>
                <a:lnTo>
                  <a:pt x="2542162" y="325980"/>
                </a:lnTo>
                <a:lnTo>
                  <a:pt x="2443120" y="325980"/>
                </a:lnTo>
                <a:lnTo>
                  <a:pt x="2443120" y="310006"/>
                </a:lnTo>
                <a:lnTo>
                  <a:pt x="2466549" y="307876"/>
                </a:lnTo>
                <a:lnTo>
                  <a:pt x="2473472" y="299889"/>
                </a:lnTo>
                <a:lnTo>
                  <a:pt x="2473472" y="142275"/>
                </a:lnTo>
                <a:lnTo>
                  <a:pt x="2443120" y="142275"/>
                </a:lnTo>
                <a:lnTo>
                  <a:pt x="2443120" y="127365"/>
                </a:lnTo>
                <a:lnTo>
                  <a:pt x="2493706" y="112988"/>
                </a:lnTo>
                <a:lnTo>
                  <a:pt x="2493706" y="112988"/>
                </a:lnTo>
                <a:close/>
                <a:moveTo>
                  <a:pt x="2191790" y="325448"/>
                </a:moveTo>
                <a:lnTo>
                  <a:pt x="2191790" y="309473"/>
                </a:lnTo>
                <a:lnTo>
                  <a:pt x="2215219" y="307343"/>
                </a:lnTo>
                <a:lnTo>
                  <a:pt x="2223206" y="299356"/>
                </a:lnTo>
                <a:lnTo>
                  <a:pt x="2223206" y="141742"/>
                </a:lnTo>
                <a:lnTo>
                  <a:pt x="2191790" y="141742"/>
                </a:lnTo>
                <a:lnTo>
                  <a:pt x="2191790" y="127365"/>
                </a:lnTo>
                <a:lnTo>
                  <a:pt x="2242376" y="112456"/>
                </a:lnTo>
                <a:lnTo>
                  <a:pt x="2259415" y="112456"/>
                </a:lnTo>
                <a:lnTo>
                  <a:pt x="2259415" y="135885"/>
                </a:lnTo>
                <a:cubicBezTo>
                  <a:pt x="2277519" y="125768"/>
                  <a:pt x="2290831" y="118846"/>
                  <a:pt x="2302013" y="115651"/>
                </a:cubicBezTo>
                <a:cubicBezTo>
                  <a:pt x="2312130" y="111391"/>
                  <a:pt x="2321183" y="108729"/>
                  <a:pt x="2330235" y="108729"/>
                </a:cubicBezTo>
                <a:cubicBezTo>
                  <a:pt x="2349404" y="108729"/>
                  <a:pt x="2363781" y="115651"/>
                  <a:pt x="2373898" y="126833"/>
                </a:cubicBezTo>
                <a:cubicBezTo>
                  <a:pt x="2384015" y="138015"/>
                  <a:pt x="2388275" y="155054"/>
                  <a:pt x="2388275" y="176354"/>
                </a:cubicBezTo>
                <a:lnTo>
                  <a:pt x="2388275" y="298824"/>
                </a:lnTo>
                <a:lnTo>
                  <a:pt x="2396262" y="306811"/>
                </a:lnTo>
                <a:lnTo>
                  <a:pt x="2419691" y="308941"/>
                </a:lnTo>
                <a:lnTo>
                  <a:pt x="2419691" y="324915"/>
                </a:lnTo>
                <a:lnTo>
                  <a:pt x="2323845" y="324915"/>
                </a:lnTo>
                <a:lnTo>
                  <a:pt x="2323845" y="308941"/>
                </a:lnTo>
                <a:lnTo>
                  <a:pt x="2344079" y="306811"/>
                </a:lnTo>
                <a:lnTo>
                  <a:pt x="2352066" y="298824"/>
                </a:lnTo>
                <a:lnTo>
                  <a:pt x="2352066" y="182743"/>
                </a:lnTo>
                <a:cubicBezTo>
                  <a:pt x="2352066" y="166769"/>
                  <a:pt x="2348872" y="155587"/>
                  <a:pt x="2341949" y="147599"/>
                </a:cubicBezTo>
                <a:cubicBezTo>
                  <a:pt x="2335027" y="140677"/>
                  <a:pt x="2323845" y="137482"/>
                  <a:pt x="2308403" y="137482"/>
                </a:cubicBezTo>
                <a:cubicBezTo>
                  <a:pt x="2300416" y="137482"/>
                  <a:pt x="2294026" y="138547"/>
                  <a:pt x="2284974" y="140677"/>
                </a:cubicBezTo>
                <a:cubicBezTo>
                  <a:pt x="2276987" y="143872"/>
                  <a:pt x="2267935" y="147599"/>
                  <a:pt x="2258882" y="151859"/>
                </a:cubicBezTo>
                <a:lnTo>
                  <a:pt x="2258882" y="298291"/>
                </a:lnTo>
                <a:lnTo>
                  <a:pt x="2266870" y="306279"/>
                </a:lnTo>
                <a:lnTo>
                  <a:pt x="2287104" y="308408"/>
                </a:lnTo>
                <a:lnTo>
                  <a:pt x="2287104" y="324383"/>
                </a:lnTo>
                <a:lnTo>
                  <a:pt x="2191790" y="324383"/>
                </a:lnTo>
                <a:lnTo>
                  <a:pt x="2191790" y="325448"/>
                </a:lnTo>
                <a:close/>
                <a:moveTo>
                  <a:pt x="1885614" y="31519"/>
                </a:moveTo>
                <a:lnTo>
                  <a:pt x="1992642" y="31519"/>
                </a:lnTo>
                <a:lnTo>
                  <a:pt x="1992642" y="48558"/>
                </a:lnTo>
                <a:lnTo>
                  <a:pt x="1965486" y="50688"/>
                </a:lnTo>
                <a:lnTo>
                  <a:pt x="1958563" y="57610"/>
                </a:lnTo>
                <a:lnTo>
                  <a:pt x="1958563" y="216289"/>
                </a:lnTo>
                <a:cubicBezTo>
                  <a:pt x="1958563" y="246641"/>
                  <a:pt x="1964421" y="269005"/>
                  <a:pt x="1976668" y="282849"/>
                </a:cubicBezTo>
                <a:cubicBezTo>
                  <a:pt x="1988915" y="296161"/>
                  <a:pt x="2009149" y="303084"/>
                  <a:pt x="2036306" y="303084"/>
                </a:cubicBezTo>
                <a:cubicBezTo>
                  <a:pt x="2063462" y="303084"/>
                  <a:pt x="2083696" y="296161"/>
                  <a:pt x="2095944" y="282849"/>
                </a:cubicBezTo>
                <a:cubicBezTo>
                  <a:pt x="2108191" y="268472"/>
                  <a:pt x="2114048" y="246641"/>
                  <a:pt x="2114048" y="216289"/>
                </a:cubicBezTo>
                <a:lnTo>
                  <a:pt x="2114048" y="60805"/>
                </a:lnTo>
                <a:lnTo>
                  <a:pt x="2106061" y="52818"/>
                </a:lnTo>
                <a:lnTo>
                  <a:pt x="2078904" y="48558"/>
                </a:lnTo>
                <a:lnTo>
                  <a:pt x="2078904" y="31519"/>
                </a:lnTo>
                <a:lnTo>
                  <a:pt x="2172088" y="31519"/>
                </a:lnTo>
                <a:lnTo>
                  <a:pt x="2172088" y="48558"/>
                </a:lnTo>
                <a:lnTo>
                  <a:pt x="2144932" y="52818"/>
                </a:lnTo>
                <a:lnTo>
                  <a:pt x="2136944" y="60805"/>
                </a:lnTo>
                <a:lnTo>
                  <a:pt x="2136944" y="219484"/>
                </a:lnTo>
                <a:cubicBezTo>
                  <a:pt x="2136944" y="240783"/>
                  <a:pt x="2135880" y="256758"/>
                  <a:pt x="2132685" y="267940"/>
                </a:cubicBezTo>
                <a:cubicBezTo>
                  <a:pt x="2130555" y="279122"/>
                  <a:pt x="2124697" y="288174"/>
                  <a:pt x="2118308" y="297226"/>
                </a:cubicBezTo>
                <a:cubicBezTo>
                  <a:pt x="2109256" y="307343"/>
                  <a:pt x="2098073" y="315331"/>
                  <a:pt x="2081034" y="320655"/>
                </a:cubicBezTo>
                <a:cubicBezTo>
                  <a:pt x="2065059" y="327578"/>
                  <a:pt x="2047488" y="329708"/>
                  <a:pt x="2028319" y="329708"/>
                </a:cubicBezTo>
                <a:cubicBezTo>
                  <a:pt x="2008084" y="329708"/>
                  <a:pt x="1989980" y="327578"/>
                  <a:pt x="1974538" y="320655"/>
                </a:cubicBezTo>
                <a:cubicBezTo>
                  <a:pt x="1958563" y="314798"/>
                  <a:pt x="1946317" y="307343"/>
                  <a:pt x="1937264" y="297226"/>
                </a:cubicBezTo>
                <a:cubicBezTo>
                  <a:pt x="1930342" y="288174"/>
                  <a:pt x="1925017" y="279122"/>
                  <a:pt x="1922888" y="267940"/>
                </a:cubicBezTo>
                <a:cubicBezTo>
                  <a:pt x="1919693" y="256758"/>
                  <a:pt x="1918627" y="240783"/>
                  <a:pt x="1918627" y="219484"/>
                </a:cubicBezTo>
                <a:lnTo>
                  <a:pt x="1918627" y="57610"/>
                </a:lnTo>
                <a:lnTo>
                  <a:pt x="1910640" y="50688"/>
                </a:lnTo>
                <a:lnTo>
                  <a:pt x="1885614" y="48558"/>
                </a:lnTo>
                <a:lnTo>
                  <a:pt x="1885614" y="31519"/>
                </a:lnTo>
                <a:close/>
                <a:moveTo>
                  <a:pt x="1632686" y="110326"/>
                </a:moveTo>
                <a:lnTo>
                  <a:pt x="1632686" y="129495"/>
                </a:lnTo>
                <a:cubicBezTo>
                  <a:pt x="1629491" y="129495"/>
                  <a:pt x="1624699" y="130560"/>
                  <a:pt x="1621504" y="130560"/>
                </a:cubicBezTo>
                <a:cubicBezTo>
                  <a:pt x="1615647" y="131625"/>
                  <a:pt x="1610322" y="133755"/>
                  <a:pt x="1604464" y="136418"/>
                </a:cubicBezTo>
                <a:lnTo>
                  <a:pt x="1604464" y="173691"/>
                </a:lnTo>
                <a:lnTo>
                  <a:pt x="1574113" y="173691"/>
                </a:lnTo>
                <a:cubicBezTo>
                  <a:pt x="1568256" y="173691"/>
                  <a:pt x="1565061" y="172626"/>
                  <a:pt x="1562931" y="170496"/>
                </a:cubicBezTo>
                <a:cubicBezTo>
                  <a:pt x="1560801" y="168366"/>
                  <a:pt x="1560801" y="164639"/>
                  <a:pt x="1560801" y="160379"/>
                </a:cubicBezTo>
                <a:cubicBezTo>
                  <a:pt x="1560801" y="145470"/>
                  <a:pt x="1568788" y="133223"/>
                  <a:pt x="1584230" y="124170"/>
                </a:cubicBezTo>
                <a:cubicBezTo>
                  <a:pt x="1597542" y="116183"/>
                  <a:pt x="1613517" y="111923"/>
                  <a:pt x="1632686" y="110326"/>
                </a:cubicBezTo>
                <a:lnTo>
                  <a:pt x="1632686" y="110326"/>
                </a:lnTo>
                <a:close/>
                <a:moveTo>
                  <a:pt x="1632686" y="204042"/>
                </a:moveTo>
                <a:lnTo>
                  <a:pt x="1632686" y="222147"/>
                </a:lnTo>
                <a:cubicBezTo>
                  <a:pt x="1620439" y="226407"/>
                  <a:pt x="1611387" y="231199"/>
                  <a:pt x="1605529" y="235459"/>
                </a:cubicBezTo>
                <a:cubicBezTo>
                  <a:pt x="1594347" y="244511"/>
                  <a:pt x="1587425" y="254628"/>
                  <a:pt x="1587425" y="269005"/>
                </a:cubicBezTo>
                <a:cubicBezTo>
                  <a:pt x="1587425" y="279122"/>
                  <a:pt x="1590620" y="288174"/>
                  <a:pt x="1597542" y="295096"/>
                </a:cubicBezTo>
                <a:cubicBezTo>
                  <a:pt x="1603400" y="302019"/>
                  <a:pt x="1611919" y="304149"/>
                  <a:pt x="1623634" y="304149"/>
                </a:cubicBezTo>
                <a:cubicBezTo>
                  <a:pt x="1625764" y="304149"/>
                  <a:pt x="1629491" y="304149"/>
                  <a:pt x="1632686" y="304149"/>
                </a:cubicBezTo>
                <a:lnTo>
                  <a:pt x="1632686" y="323318"/>
                </a:lnTo>
                <a:cubicBezTo>
                  <a:pt x="1623634" y="326513"/>
                  <a:pt x="1614582" y="327578"/>
                  <a:pt x="1605529" y="327578"/>
                </a:cubicBezTo>
                <a:cubicBezTo>
                  <a:pt x="1588490" y="327578"/>
                  <a:pt x="1575178" y="323318"/>
                  <a:pt x="1565061" y="313201"/>
                </a:cubicBezTo>
                <a:cubicBezTo>
                  <a:pt x="1554944" y="303084"/>
                  <a:pt x="1549087" y="288174"/>
                  <a:pt x="1549087" y="272732"/>
                </a:cubicBezTo>
                <a:cubicBezTo>
                  <a:pt x="1549087" y="253563"/>
                  <a:pt x="1557074" y="239186"/>
                  <a:pt x="1572516" y="227471"/>
                </a:cubicBezTo>
                <a:cubicBezTo>
                  <a:pt x="1583165" y="221082"/>
                  <a:pt x="1603400" y="213095"/>
                  <a:pt x="1632686" y="204042"/>
                </a:cubicBezTo>
                <a:lnTo>
                  <a:pt x="1632686" y="204042"/>
                </a:lnTo>
                <a:close/>
                <a:moveTo>
                  <a:pt x="913306" y="420229"/>
                </a:moveTo>
                <a:lnTo>
                  <a:pt x="913306" y="401060"/>
                </a:lnTo>
                <a:cubicBezTo>
                  <a:pt x="914371" y="401060"/>
                  <a:pt x="916501" y="401060"/>
                  <a:pt x="917565" y="401060"/>
                </a:cubicBezTo>
                <a:cubicBezTo>
                  <a:pt x="936735" y="401060"/>
                  <a:pt x="951112" y="396800"/>
                  <a:pt x="963891" y="387748"/>
                </a:cubicBezTo>
                <a:cubicBezTo>
                  <a:pt x="976138" y="378696"/>
                  <a:pt x="983061" y="367514"/>
                  <a:pt x="983061" y="354202"/>
                </a:cubicBezTo>
                <a:cubicBezTo>
                  <a:pt x="983061" y="345150"/>
                  <a:pt x="980931" y="337162"/>
                  <a:pt x="975073" y="332903"/>
                </a:cubicBezTo>
                <a:cubicBezTo>
                  <a:pt x="969216" y="328643"/>
                  <a:pt x="956969" y="323850"/>
                  <a:pt x="937800" y="320655"/>
                </a:cubicBezTo>
                <a:lnTo>
                  <a:pt x="912773" y="316396"/>
                </a:lnTo>
                <a:lnTo>
                  <a:pt x="912773" y="284979"/>
                </a:lnTo>
                <a:lnTo>
                  <a:pt x="940995" y="289239"/>
                </a:lnTo>
                <a:cubicBezTo>
                  <a:pt x="968151" y="293499"/>
                  <a:pt x="987320" y="300421"/>
                  <a:pt x="998502" y="308408"/>
                </a:cubicBezTo>
                <a:cubicBezTo>
                  <a:pt x="1009685" y="316396"/>
                  <a:pt x="1015542" y="328643"/>
                  <a:pt x="1015542" y="343552"/>
                </a:cubicBezTo>
                <a:cubicBezTo>
                  <a:pt x="1015542" y="352604"/>
                  <a:pt x="1013412" y="360591"/>
                  <a:pt x="1008620" y="369644"/>
                </a:cubicBezTo>
                <a:cubicBezTo>
                  <a:pt x="1002762" y="378696"/>
                  <a:pt x="997437" y="386683"/>
                  <a:pt x="988385" y="393073"/>
                </a:cubicBezTo>
                <a:cubicBezTo>
                  <a:pt x="977203" y="402125"/>
                  <a:pt x="963359" y="409047"/>
                  <a:pt x="948982" y="414372"/>
                </a:cubicBezTo>
                <a:cubicBezTo>
                  <a:pt x="937800" y="416502"/>
                  <a:pt x="925552" y="419164"/>
                  <a:pt x="913306" y="420229"/>
                </a:cubicBezTo>
                <a:lnTo>
                  <a:pt x="913306" y="420229"/>
                </a:lnTo>
                <a:close/>
                <a:moveTo>
                  <a:pt x="913306" y="252498"/>
                </a:moveTo>
                <a:lnTo>
                  <a:pt x="913306" y="234394"/>
                </a:lnTo>
                <a:lnTo>
                  <a:pt x="913306" y="234394"/>
                </a:lnTo>
                <a:cubicBezTo>
                  <a:pt x="925552" y="234394"/>
                  <a:pt x="936735" y="230134"/>
                  <a:pt x="944722" y="219484"/>
                </a:cubicBezTo>
                <a:cubicBezTo>
                  <a:pt x="952709" y="210432"/>
                  <a:pt x="955904" y="197120"/>
                  <a:pt x="955904" y="181146"/>
                </a:cubicBezTo>
                <a:cubicBezTo>
                  <a:pt x="955904" y="164106"/>
                  <a:pt x="952709" y="151859"/>
                  <a:pt x="944722" y="141742"/>
                </a:cubicBezTo>
                <a:cubicBezTo>
                  <a:pt x="936735" y="131625"/>
                  <a:pt x="926618" y="127365"/>
                  <a:pt x="913306" y="127365"/>
                </a:cubicBezTo>
                <a:lnTo>
                  <a:pt x="913306" y="127365"/>
                </a:lnTo>
                <a:lnTo>
                  <a:pt x="913306" y="110326"/>
                </a:lnTo>
                <a:cubicBezTo>
                  <a:pt x="914371" y="109261"/>
                  <a:pt x="916501" y="109261"/>
                  <a:pt x="917565" y="109261"/>
                </a:cubicBezTo>
                <a:cubicBezTo>
                  <a:pt x="925552" y="109261"/>
                  <a:pt x="934605" y="110326"/>
                  <a:pt x="942592" y="112456"/>
                </a:cubicBezTo>
                <a:cubicBezTo>
                  <a:pt x="950579" y="114586"/>
                  <a:pt x="959631" y="118313"/>
                  <a:pt x="967619" y="122573"/>
                </a:cubicBezTo>
                <a:lnTo>
                  <a:pt x="1030451" y="122573"/>
                </a:lnTo>
                <a:lnTo>
                  <a:pt x="1030451" y="142807"/>
                </a:lnTo>
                <a:lnTo>
                  <a:pt x="981996" y="142807"/>
                </a:lnTo>
                <a:cubicBezTo>
                  <a:pt x="986255" y="148665"/>
                  <a:pt x="988918" y="155054"/>
                  <a:pt x="991048" y="161976"/>
                </a:cubicBezTo>
                <a:cubicBezTo>
                  <a:pt x="993178" y="168899"/>
                  <a:pt x="994243" y="175288"/>
                  <a:pt x="994243" y="183276"/>
                </a:cubicBezTo>
                <a:cubicBezTo>
                  <a:pt x="994243" y="203510"/>
                  <a:pt x="986255" y="219484"/>
                  <a:pt x="970813" y="232796"/>
                </a:cubicBezTo>
                <a:cubicBezTo>
                  <a:pt x="955904" y="245576"/>
                  <a:pt x="936735" y="251433"/>
                  <a:pt x="913306" y="252498"/>
                </a:cubicBezTo>
                <a:lnTo>
                  <a:pt x="913306" y="252498"/>
                </a:lnTo>
                <a:close/>
                <a:moveTo>
                  <a:pt x="1344082" y="109261"/>
                </a:moveTo>
                <a:lnTo>
                  <a:pt x="1361121" y="109261"/>
                </a:lnTo>
                <a:lnTo>
                  <a:pt x="1361121" y="254628"/>
                </a:lnTo>
                <a:cubicBezTo>
                  <a:pt x="1361121" y="271667"/>
                  <a:pt x="1364316" y="282849"/>
                  <a:pt x="1371238" y="290837"/>
                </a:cubicBezTo>
                <a:cubicBezTo>
                  <a:pt x="1378160" y="297759"/>
                  <a:pt x="1388278" y="302019"/>
                  <a:pt x="1402655" y="302019"/>
                </a:cubicBezTo>
                <a:cubicBezTo>
                  <a:pt x="1410642" y="302019"/>
                  <a:pt x="1419694" y="300954"/>
                  <a:pt x="1427681" y="298824"/>
                </a:cubicBezTo>
                <a:cubicBezTo>
                  <a:pt x="1436733" y="296694"/>
                  <a:pt x="1444720" y="292967"/>
                  <a:pt x="1453773" y="288707"/>
                </a:cubicBezTo>
                <a:lnTo>
                  <a:pt x="1453773" y="140145"/>
                </a:lnTo>
                <a:lnTo>
                  <a:pt x="1422889" y="140145"/>
                </a:lnTo>
                <a:lnTo>
                  <a:pt x="1422889" y="126833"/>
                </a:lnTo>
                <a:lnTo>
                  <a:pt x="1473474" y="109794"/>
                </a:lnTo>
                <a:lnTo>
                  <a:pt x="1490514" y="109794"/>
                </a:lnTo>
                <a:lnTo>
                  <a:pt x="1490514" y="299889"/>
                </a:lnTo>
                <a:lnTo>
                  <a:pt x="1498501" y="307876"/>
                </a:lnTo>
                <a:lnTo>
                  <a:pt x="1518735" y="310006"/>
                </a:lnTo>
                <a:lnTo>
                  <a:pt x="1518735" y="325980"/>
                </a:lnTo>
                <a:lnTo>
                  <a:pt x="1453240" y="325980"/>
                </a:lnTo>
                <a:lnTo>
                  <a:pt x="1453240" y="300954"/>
                </a:lnTo>
                <a:cubicBezTo>
                  <a:pt x="1439928" y="311071"/>
                  <a:pt x="1427149" y="317993"/>
                  <a:pt x="1415967" y="322253"/>
                </a:cubicBezTo>
                <a:cubicBezTo>
                  <a:pt x="1403720" y="326513"/>
                  <a:pt x="1393602" y="329175"/>
                  <a:pt x="1382421" y="329175"/>
                </a:cubicBezTo>
                <a:cubicBezTo>
                  <a:pt x="1363251" y="329175"/>
                  <a:pt x="1349939" y="323318"/>
                  <a:pt x="1339822" y="312136"/>
                </a:cubicBezTo>
                <a:cubicBezTo>
                  <a:pt x="1329705" y="300954"/>
                  <a:pt x="1323848" y="283914"/>
                  <a:pt x="1323848" y="262615"/>
                </a:cubicBezTo>
                <a:lnTo>
                  <a:pt x="1323848" y="140145"/>
                </a:lnTo>
                <a:lnTo>
                  <a:pt x="1292431" y="140145"/>
                </a:lnTo>
                <a:lnTo>
                  <a:pt x="1292431" y="126833"/>
                </a:lnTo>
                <a:lnTo>
                  <a:pt x="1344082" y="109261"/>
                </a:lnTo>
                <a:lnTo>
                  <a:pt x="1344082" y="109261"/>
                </a:lnTo>
                <a:close/>
                <a:moveTo>
                  <a:pt x="1096479" y="2233"/>
                </a:moveTo>
                <a:lnTo>
                  <a:pt x="1113518" y="2233"/>
                </a:lnTo>
                <a:lnTo>
                  <a:pt x="1113518" y="136418"/>
                </a:lnTo>
                <a:cubicBezTo>
                  <a:pt x="1130557" y="126300"/>
                  <a:pt x="1143869" y="119378"/>
                  <a:pt x="1155052" y="116183"/>
                </a:cubicBezTo>
                <a:cubicBezTo>
                  <a:pt x="1166233" y="111923"/>
                  <a:pt x="1175286" y="109261"/>
                  <a:pt x="1184338" y="109261"/>
                </a:cubicBezTo>
                <a:cubicBezTo>
                  <a:pt x="1203507" y="109261"/>
                  <a:pt x="1217884" y="116183"/>
                  <a:pt x="1228001" y="127365"/>
                </a:cubicBezTo>
                <a:cubicBezTo>
                  <a:pt x="1238118" y="138547"/>
                  <a:pt x="1242911" y="155587"/>
                  <a:pt x="1242911" y="176886"/>
                </a:cubicBezTo>
                <a:lnTo>
                  <a:pt x="1242911" y="299356"/>
                </a:lnTo>
                <a:lnTo>
                  <a:pt x="1250898" y="307343"/>
                </a:lnTo>
                <a:lnTo>
                  <a:pt x="1273262" y="309473"/>
                </a:lnTo>
                <a:lnTo>
                  <a:pt x="1273262" y="325448"/>
                </a:lnTo>
                <a:lnTo>
                  <a:pt x="1178480" y="325448"/>
                </a:lnTo>
                <a:lnTo>
                  <a:pt x="1178480" y="309473"/>
                </a:lnTo>
                <a:lnTo>
                  <a:pt x="1198715" y="307343"/>
                </a:lnTo>
                <a:lnTo>
                  <a:pt x="1205637" y="299356"/>
                </a:lnTo>
                <a:lnTo>
                  <a:pt x="1205637" y="183276"/>
                </a:lnTo>
                <a:cubicBezTo>
                  <a:pt x="1205637" y="167301"/>
                  <a:pt x="1202442" y="155054"/>
                  <a:pt x="1195520" y="148132"/>
                </a:cubicBezTo>
                <a:cubicBezTo>
                  <a:pt x="1188598" y="141210"/>
                  <a:pt x="1177416" y="138015"/>
                  <a:pt x="1161974" y="138015"/>
                </a:cubicBezTo>
                <a:cubicBezTo>
                  <a:pt x="1155052" y="138015"/>
                  <a:pt x="1147597" y="139080"/>
                  <a:pt x="1139610" y="141210"/>
                </a:cubicBezTo>
                <a:cubicBezTo>
                  <a:pt x="1131622" y="144405"/>
                  <a:pt x="1122570" y="148132"/>
                  <a:pt x="1113518" y="152392"/>
                </a:cubicBezTo>
                <a:lnTo>
                  <a:pt x="1113518" y="298824"/>
                </a:lnTo>
                <a:lnTo>
                  <a:pt x="1121505" y="306811"/>
                </a:lnTo>
                <a:lnTo>
                  <a:pt x="1141740" y="308941"/>
                </a:lnTo>
                <a:lnTo>
                  <a:pt x="1141740" y="324915"/>
                </a:lnTo>
                <a:lnTo>
                  <a:pt x="1045893" y="324915"/>
                </a:lnTo>
                <a:lnTo>
                  <a:pt x="1045893" y="308941"/>
                </a:lnTo>
                <a:lnTo>
                  <a:pt x="1069322" y="306811"/>
                </a:lnTo>
                <a:lnTo>
                  <a:pt x="1076245" y="298824"/>
                </a:lnTo>
                <a:lnTo>
                  <a:pt x="1076245" y="31519"/>
                </a:lnTo>
                <a:lnTo>
                  <a:pt x="1042698" y="31519"/>
                </a:lnTo>
                <a:lnTo>
                  <a:pt x="1042698" y="18207"/>
                </a:lnTo>
                <a:lnTo>
                  <a:pt x="1096479" y="2233"/>
                </a:lnTo>
                <a:close/>
                <a:moveTo>
                  <a:pt x="913306" y="110326"/>
                </a:moveTo>
                <a:lnTo>
                  <a:pt x="913306" y="127365"/>
                </a:lnTo>
                <a:cubicBezTo>
                  <a:pt x="899994" y="127365"/>
                  <a:pt x="889877" y="131625"/>
                  <a:pt x="881889" y="141742"/>
                </a:cubicBezTo>
                <a:cubicBezTo>
                  <a:pt x="873902" y="150794"/>
                  <a:pt x="870707" y="164106"/>
                  <a:pt x="870707" y="181146"/>
                </a:cubicBezTo>
                <a:cubicBezTo>
                  <a:pt x="870707" y="197120"/>
                  <a:pt x="873902" y="210432"/>
                  <a:pt x="882954" y="219484"/>
                </a:cubicBezTo>
                <a:cubicBezTo>
                  <a:pt x="890941" y="229601"/>
                  <a:pt x="901059" y="234394"/>
                  <a:pt x="913306" y="234394"/>
                </a:cubicBezTo>
                <a:lnTo>
                  <a:pt x="913306" y="252498"/>
                </a:lnTo>
                <a:cubicBezTo>
                  <a:pt x="912240" y="252498"/>
                  <a:pt x="911176" y="252498"/>
                  <a:pt x="910111" y="252498"/>
                </a:cubicBezTo>
                <a:lnTo>
                  <a:pt x="903189" y="252498"/>
                </a:lnTo>
                <a:cubicBezTo>
                  <a:pt x="901059" y="255693"/>
                  <a:pt x="899994" y="258355"/>
                  <a:pt x="898929" y="261550"/>
                </a:cubicBezTo>
                <a:cubicBezTo>
                  <a:pt x="898929" y="264745"/>
                  <a:pt x="897864" y="268472"/>
                  <a:pt x="897864" y="271667"/>
                </a:cubicBezTo>
                <a:cubicBezTo>
                  <a:pt x="897864" y="272732"/>
                  <a:pt x="898929" y="274862"/>
                  <a:pt x="898929" y="278590"/>
                </a:cubicBezTo>
                <a:cubicBezTo>
                  <a:pt x="898929" y="280719"/>
                  <a:pt x="898929" y="281784"/>
                  <a:pt x="898929" y="281784"/>
                </a:cubicBezTo>
                <a:lnTo>
                  <a:pt x="913838" y="283914"/>
                </a:lnTo>
                <a:lnTo>
                  <a:pt x="913838" y="315331"/>
                </a:lnTo>
                <a:lnTo>
                  <a:pt x="896799" y="312136"/>
                </a:lnTo>
                <a:cubicBezTo>
                  <a:pt x="884552" y="315331"/>
                  <a:pt x="875500" y="321188"/>
                  <a:pt x="868577" y="329175"/>
                </a:cubicBezTo>
                <a:cubicBezTo>
                  <a:pt x="861655" y="337162"/>
                  <a:pt x="858460" y="345150"/>
                  <a:pt x="858460" y="355267"/>
                </a:cubicBezTo>
                <a:cubicBezTo>
                  <a:pt x="858460" y="368579"/>
                  <a:pt x="864317" y="378696"/>
                  <a:pt x="875500" y="387748"/>
                </a:cubicBezTo>
                <a:cubicBezTo>
                  <a:pt x="885617" y="395735"/>
                  <a:pt x="897864" y="399995"/>
                  <a:pt x="913838" y="401060"/>
                </a:cubicBezTo>
                <a:lnTo>
                  <a:pt x="913838" y="420229"/>
                </a:lnTo>
                <a:cubicBezTo>
                  <a:pt x="910643" y="420229"/>
                  <a:pt x="906916" y="420229"/>
                  <a:pt x="902656" y="420229"/>
                </a:cubicBezTo>
                <a:cubicBezTo>
                  <a:pt x="877629" y="420229"/>
                  <a:pt x="858993" y="415969"/>
                  <a:pt x="845148" y="405852"/>
                </a:cubicBezTo>
                <a:cubicBezTo>
                  <a:pt x="830771" y="395735"/>
                  <a:pt x="823849" y="382423"/>
                  <a:pt x="823849" y="364319"/>
                </a:cubicBezTo>
                <a:cubicBezTo>
                  <a:pt x="823849" y="351007"/>
                  <a:pt x="828109" y="338227"/>
                  <a:pt x="836096" y="329175"/>
                </a:cubicBezTo>
                <a:cubicBezTo>
                  <a:pt x="845148" y="319058"/>
                  <a:pt x="856330" y="312136"/>
                  <a:pt x="871240" y="310006"/>
                </a:cubicBezTo>
                <a:cubicBezTo>
                  <a:pt x="870175" y="306811"/>
                  <a:pt x="869110" y="303084"/>
                  <a:pt x="868045" y="299889"/>
                </a:cubicBezTo>
                <a:cubicBezTo>
                  <a:pt x="866980" y="296694"/>
                  <a:pt x="866980" y="292967"/>
                  <a:pt x="866980" y="289772"/>
                </a:cubicBezTo>
                <a:cubicBezTo>
                  <a:pt x="866980" y="285512"/>
                  <a:pt x="869110" y="278590"/>
                  <a:pt x="872837" y="271667"/>
                </a:cubicBezTo>
                <a:cubicBezTo>
                  <a:pt x="876032" y="264745"/>
                  <a:pt x="880824" y="257290"/>
                  <a:pt x="888812" y="249303"/>
                </a:cubicBezTo>
                <a:cubicBezTo>
                  <a:pt x="871772" y="245043"/>
                  <a:pt x="858460" y="237056"/>
                  <a:pt x="848343" y="225874"/>
                </a:cubicBezTo>
                <a:cubicBezTo>
                  <a:pt x="839291" y="213627"/>
                  <a:pt x="833966" y="199783"/>
                  <a:pt x="833966" y="183276"/>
                </a:cubicBezTo>
                <a:cubicBezTo>
                  <a:pt x="833966" y="161976"/>
                  <a:pt x="841953" y="143872"/>
                  <a:pt x="857395" y="130560"/>
                </a:cubicBezTo>
                <a:cubicBezTo>
                  <a:pt x="870175" y="117248"/>
                  <a:pt x="889344" y="110326"/>
                  <a:pt x="913306" y="110326"/>
                </a:cubicBezTo>
                <a:lnTo>
                  <a:pt x="913306" y="110326"/>
                </a:lnTo>
                <a:close/>
                <a:moveTo>
                  <a:pt x="569856" y="325448"/>
                </a:moveTo>
                <a:lnTo>
                  <a:pt x="569856" y="309473"/>
                </a:lnTo>
                <a:lnTo>
                  <a:pt x="593285" y="307343"/>
                </a:lnTo>
                <a:lnTo>
                  <a:pt x="601272" y="299356"/>
                </a:lnTo>
                <a:lnTo>
                  <a:pt x="601272" y="141742"/>
                </a:lnTo>
                <a:lnTo>
                  <a:pt x="569856" y="141742"/>
                </a:lnTo>
                <a:lnTo>
                  <a:pt x="569856" y="127365"/>
                </a:lnTo>
                <a:lnTo>
                  <a:pt x="620442" y="112456"/>
                </a:lnTo>
                <a:lnTo>
                  <a:pt x="637481" y="112456"/>
                </a:lnTo>
                <a:lnTo>
                  <a:pt x="637481" y="135885"/>
                </a:lnTo>
                <a:cubicBezTo>
                  <a:pt x="654520" y="125768"/>
                  <a:pt x="668897" y="118846"/>
                  <a:pt x="680079" y="115651"/>
                </a:cubicBezTo>
                <a:cubicBezTo>
                  <a:pt x="690197" y="111391"/>
                  <a:pt x="699249" y="108729"/>
                  <a:pt x="708301" y="108729"/>
                </a:cubicBezTo>
                <a:cubicBezTo>
                  <a:pt x="727470" y="108729"/>
                  <a:pt x="741847" y="115651"/>
                  <a:pt x="751964" y="126833"/>
                </a:cubicBezTo>
                <a:cubicBezTo>
                  <a:pt x="762081" y="138015"/>
                  <a:pt x="766341" y="155054"/>
                  <a:pt x="766341" y="176354"/>
                </a:cubicBezTo>
                <a:lnTo>
                  <a:pt x="766341" y="298824"/>
                </a:lnTo>
                <a:lnTo>
                  <a:pt x="774328" y="306811"/>
                </a:lnTo>
                <a:lnTo>
                  <a:pt x="797757" y="308941"/>
                </a:lnTo>
                <a:lnTo>
                  <a:pt x="797757" y="324915"/>
                </a:lnTo>
                <a:lnTo>
                  <a:pt x="700846" y="324915"/>
                </a:lnTo>
                <a:lnTo>
                  <a:pt x="700846" y="308941"/>
                </a:lnTo>
                <a:lnTo>
                  <a:pt x="722145" y="306811"/>
                </a:lnTo>
                <a:lnTo>
                  <a:pt x="730133" y="298824"/>
                </a:lnTo>
                <a:lnTo>
                  <a:pt x="730133" y="182743"/>
                </a:lnTo>
                <a:cubicBezTo>
                  <a:pt x="730133" y="166769"/>
                  <a:pt x="726938" y="155587"/>
                  <a:pt x="720015" y="147599"/>
                </a:cubicBezTo>
                <a:cubicBezTo>
                  <a:pt x="713093" y="140677"/>
                  <a:pt x="701911" y="137482"/>
                  <a:pt x="684872" y="137482"/>
                </a:cubicBezTo>
                <a:cubicBezTo>
                  <a:pt x="677949" y="137482"/>
                  <a:pt x="671560" y="138547"/>
                  <a:pt x="662508" y="140677"/>
                </a:cubicBezTo>
                <a:cubicBezTo>
                  <a:pt x="654520" y="143872"/>
                  <a:pt x="645468" y="147599"/>
                  <a:pt x="636416" y="151859"/>
                </a:cubicBezTo>
                <a:lnTo>
                  <a:pt x="636416" y="298291"/>
                </a:lnTo>
                <a:lnTo>
                  <a:pt x="644403" y="306279"/>
                </a:lnTo>
                <a:lnTo>
                  <a:pt x="664637" y="308408"/>
                </a:lnTo>
                <a:lnTo>
                  <a:pt x="664637" y="324383"/>
                </a:lnTo>
                <a:lnTo>
                  <a:pt x="569856" y="324383"/>
                </a:lnTo>
                <a:lnTo>
                  <a:pt x="569856" y="325448"/>
                </a:lnTo>
                <a:close/>
                <a:moveTo>
                  <a:pt x="501166" y="15012"/>
                </a:moveTo>
                <a:cubicBezTo>
                  <a:pt x="509153" y="15012"/>
                  <a:pt x="514478" y="17142"/>
                  <a:pt x="519270" y="22999"/>
                </a:cubicBezTo>
                <a:cubicBezTo>
                  <a:pt x="525128" y="27259"/>
                  <a:pt x="527258" y="33116"/>
                  <a:pt x="527258" y="41104"/>
                </a:cubicBezTo>
                <a:cubicBezTo>
                  <a:pt x="527258" y="48026"/>
                  <a:pt x="525128" y="53351"/>
                  <a:pt x="519270" y="58143"/>
                </a:cubicBezTo>
                <a:cubicBezTo>
                  <a:pt x="515011" y="64000"/>
                  <a:pt x="509153" y="66130"/>
                  <a:pt x="501166" y="66130"/>
                </a:cubicBezTo>
                <a:cubicBezTo>
                  <a:pt x="494244" y="66130"/>
                  <a:pt x="488919" y="64000"/>
                  <a:pt x="484127" y="58143"/>
                </a:cubicBezTo>
                <a:cubicBezTo>
                  <a:pt x="478270" y="53883"/>
                  <a:pt x="476140" y="48026"/>
                  <a:pt x="476140" y="41104"/>
                </a:cubicBezTo>
                <a:cubicBezTo>
                  <a:pt x="476140" y="33116"/>
                  <a:pt x="478270" y="27792"/>
                  <a:pt x="484127" y="22999"/>
                </a:cubicBezTo>
                <a:cubicBezTo>
                  <a:pt x="488919" y="17142"/>
                  <a:pt x="494244" y="15012"/>
                  <a:pt x="501166" y="15012"/>
                </a:cubicBezTo>
                <a:lnTo>
                  <a:pt x="501166" y="15012"/>
                </a:lnTo>
                <a:close/>
                <a:moveTo>
                  <a:pt x="500101" y="112988"/>
                </a:moveTo>
                <a:lnTo>
                  <a:pt x="517141" y="112988"/>
                </a:lnTo>
                <a:lnTo>
                  <a:pt x="517141" y="299889"/>
                </a:lnTo>
                <a:lnTo>
                  <a:pt x="525128" y="307876"/>
                </a:lnTo>
                <a:lnTo>
                  <a:pt x="547492" y="310006"/>
                </a:lnTo>
                <a:lnTo>
                  <a:pt x="547492" y="325980"/>
                </a:lnTo>
                <a:lnTo>
                  <a:pt x="449516" y="325980"/>
                </a:lnTo>
                <a:lnTo>
                  <a:pt x="449516" y="310006"/>
                </a:lnTo>
                <a:lnTo>
                  <a:pt x="472945" y="307876"/>
                </a:lnTo>
                <a:lnTo>
                  <a:pt x="479867" y="299889"/>
                </a:lnTo>
                <a:lnTo>
                  <a:pt x="479867" y="142275"/>
                </a:lnTo>
                <a:lnTo>
                  <a:pt x="449516" y="142275"/>
                </a:lnTo>
                <a:lnTo>
                  <a:pt x="449516" y="127365"/>
                </a:lnTo>
                <a:lnTo>
                  <a:pt x="500101" y="112988"/>
                </a:lnTo>
                <a:lnTo>
                  <a:pt x="500101" y="112988"/>
                </a:lnTo>
                <a:close/>
                <a:moveTo>
                  <a:pt x="410112" y="119378"/>
                </a:moveTo>
                <a:lnTo>
                  <a:pt x="410112" y="168899"/>
                </a:lnTo>
                <a:lnTo>
                  <a:pt x="388813" y="168899"/>
                </a:lnTo>
                <a:lnTo>
                  <a:pt x="384553" y="138547"/>
                </a:lnTo>
                <a:cubicBezTo>
                  <a:pt x="378696" y="135353"/>
                  <a:pt x="373371" y="132690"/>
                  <a:pt x="368579" y="130560"/>
                </a:cubicBezTo>
                <a:cubicBezTo>
                  <a:pt x="362721" y="129495"/>
                  <a:pt x="357397" y="128430"/>
                  <a:pt x="352604" y="128430"/>
                </a:cubicBezTo>
                <a:cubicBezTo>
                  <a:pt x="340357" y="128430"/>
                  <a:pt x="332370" y="131625"/>
                  <a:pt x="325448" y="137482"/>
                </a:cubicBezTo>
                <a:cubicBezTo>
                  <a:pt x="318526" y="143340"/>
                  <a:pt x="315331" y="149730"/>
                  <a:pt x="315331" y="159847"/>
                </a:cubicBezTo>
                <a:cubicBezTo>
                  <a:pt x="315331" y="168899"/>
                  <a:pt x="318526" y="175821"/>
                  <a:pt x="323318" y="181146"/>
                </a:cubicBezTo>
                <a:cubicBezTo>
                  <a:pt x="329175" y="187003"/>
                  <a:pt x="337695" y="192328"/>
                  <a:pt x="352604" y="200315"/>
                </a:cubicBezTo>
                <a:cubicBezTo>
                  <a:pt x="354734" y="201380"/>
                  <a:pt x="358462" y="202445"/>
                  <a:pt x="363786" y="204575"/>
                </a:cubicBezTo>
                <a:cubicBezTo>
                  <a:pt x="379761" y="212562"/>
                  <a:pt x="392008" y="218952"/>
                  <a:pt x="399995" y="224809"/>
                </a:cubicBezTo>
                <a:cubicBezTo>
                  <a:pt x="404255" y="229069"/>
                  <a:pt x="409047" y="234926"/>
                  <a:pt x="412242" y="241848"/>
                </a:cubicBezTo>
                <a:cubicBezTo>
                  <a:pt x="414372" y="247706"/>
                  <a:pt x="415437" y="255160"/>
                  <a:pt x="415437" y="263148"/>
                </a:cubicBezTo>
                <a:cubicBezTo>
                  <a:pt x="415437" y="283382"/>
                  <a:pt x="408515" y="299356"/>
                  <a:pt x="394138" y="311603"/>
                </a:cubicBezTo>
                <a:cubicBezTo>
                  <a:pt x="379761" y="322785"/>
                  <a:pt x="358994" y="328643"/>
                  <a:pt x="334500" y="328643"/>
                </a:cubicBezTo>
                <a:cubicBezTo>
                  <a:pt x="323318" y="328643"/>
                  <a:pt x="313201" y="327578"/>
                  <a:pt x="304149" y="326513"/>
                </a:cubicBezTo>
                <a:cubicBezTo>
                  <a:pt x="294031" y="325448"/>
                  <a:pt x="284979" y="323318"/>
                  <a:pt x="276992" y="319591"/>
                </a:cubicBezTo>
                <a:lnTo>
                  <a:pt x="276992" y="262083"/>
                </a:lnTo>
                <a:lnTo>
                  <a:pt x="298291" y="262083"/>
                </a:lnTo>
                <a:lnTo>
                  <a:pt x="302551" y="299356"/>
                </a:lnTo>
                <a:cubicBezTo>
                  <a:pt x="309473" y="303616"/>
                  <a:pt x="314798" y="306279"/>
                  <a:pt x="321720" y="307343"/>
                </a:cubicBezTo>
                <a:cubicBezTo>
                  <a:pt x="327578" y="309473"/>
                  <a:pt x="333967" y="310538"/>
                  <a:pt x="340890" y="310538"/>
                </a:cubicBezTo>
                <a:cubicBezTo>
                  <a:pt x="353137" y="310538"/>
                  <a:pt x="362189" y="307343"/>
                  <a:pt x="370176" y="300421"/>
                </a:cubicBezTo>
                <a:cubicBezTo>
                  <a:pt x="378163" y="293499"/>
                  <a:pt x="381358" y="285512"/>
                  <a:pt x="381358" y="274330"/>
                </a:cubicBezTo>
                <a:cubicBezTo>
                  <a:pt x="381358" y="265278"/>
                  <a:pt x="379228" y="258355"/>
                  <a:pt x="373371" y="253031"/>
                </a:cubicBezTo>
                <a:cubicBezTo>
                  <a:pt x="369111" y="247173"/>
                  <a:pt x="356332" y="239719"/>
                  <a:pt x="336097" y="230666"/>
                </a:cubicBezTo>
                <a:cubicBezTo>
                  <a:pt x="314798" y="221614"/>
                  <a:pt x="299889" y="211497"/>
                  <a:pt x="292434" y="203510"/>
                </a:cubicBezTo>
                <a:cubicBezTo>
                  <a:pt x="284447" y="194458"/>
                  <a:pt x="280187" y="183276"/>
                  <a:pt x="280187" y="171029"/>
                </a:cubicBezTo>
                <a:cubicBezTo>
                  <a:pt x="280187" y="151859"/>
                  <a:pt x="287109" y="135885"/>
                  <a:pt x="300421" y="125768"/>
                </a:cubicBezTo>
                <a:cubicBezTo>
                  <a:pt x="313733" y="114586"/>
                  <a:pt x="332902" y="108729"/>
                  <a:pt x="357929" y="108729"/>
                </a:cubicBezTo>
                <a:cubicBezTo>
                  <a:pt x="368046" y="108729"/>
                  <a:pt x="377098" y="109794"/>
                  <a:pt x="386150" y="111923"/>
                </a:cubicBezTo>
                <a:cubicBezTo>
                  <a:pt x="394138" y="114053"/>
                  <a:pt x="402125" y="116183"/>
                  <a:pt x="410112" y="119378"/>
                </a:cubicBezTo>
                <a:lnTo>
                  <a:pt x="410112" y="119378"/>
                </a:lnTo>
                <a:close/>
                <a:moveTo>
                  <a:pt x="3297" y="31519"/>
                </a:moveTo>
                <a:lnTo>
                  <a:pt x="250901" y="31519"/>
                </a:lnTo>
                <a:lnTo>
                  <a:pt x="250901" y="98079"/>
                </a:lnTo>
                <a:lnTo>
                  <a:pt x="227471" y="98079"/>
                </a:lnTo>
                <a:lnTo>
                  <a:pt x="221614" y="57610"/>
                </a:lnTo>
                <a:lnTo>
                  <a:pt x="214692" y="50688"/>
                </a:lnTo>
                <a:lnTo>
                  <a:pt x="148132" y="50688"/>
                </a:lnTo>
                <a:lnTo>
                  <a:pt x="148132" y="298291"/>
                </a:lnTo>
                <a:lnTo>
                  <a:pt x="155054" y="305214"/>
                </a:lnTo>
                <a:lnTo>
                  <a:pt x="184341" y="307343"/>
                </a:lnTo>
                <a:lnTo>
                  <a:pt x="184341" y="325448"/>
                </a:lnTo>
                <a:lnTo>
                  <a:pt x="70390" y="325448"/>
                </a:lnTo>
                <a:lnTo>
                  <a:pt x="70390" y="307343"/>
                </a:lnTo>
                <a:lnTo>
                  <a:pt x="99676" y="305214"/>
                </a:lnTo>
                <a:lnTo>
                  <a:pt x="106598" y="298291"/>
                </a:lnTo>
                <a:lnTo>
                  <a:pt x="106598" y="50688"/>
                </a:lnTo>
                <a:lnTo>
                  <a:pt x="40039" y="50688"/>
                </a:lnTo>
                <a:lnTo>
                  <a:pt x="33116" y="57610"/>
                </a:lnTo>
                <a:lnTo>
                  <a:pt x="27259" y="98079"/>
                </a:lnTo>
                <a:lnTo>
                  <a:pt x="2233" y="98079"/>
                </a:lnTo>
                <a:lnTo>
                  <a:pt x="2233" y="31519"/>
                </a:lnTo>
                <a:close/>
              </a:path>
            </a:pathLst>
          </a:custGeom>
          <a:solidFill>
            <a:srgbClr val="81308C"/>
          </a:solidFill>
          <a:ln w="0">
            <a:noFill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393" y="336709"/>
            <a:ext cx="544449" cy="544449"/>
          </a:xfrm>
          <a:prstGeom prst="rect">
            <a:avLst/>
          </a:prstGeom>
        </p:spPr>
      </p:pic>
      <p:sp>
        <p:nvSpPr>
          <p:cNvPr id="9" name="template-course-label"/>
          <p:cNvSpPr>
            <a:spLocks noGrp="1"/>
          </p:cNvSpPr>
          <p:nvPr/>
        </p:nvSpPr>
        <p:spPr>
          <a:xfrm>
            <a:off x="2686050" y="342900"/>
            <a:ext cx="4572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buNone/>
              <a:defRPr sz="2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HCI P0</a:t>
            </a:r>
            <a:endParaRPr sz="24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slide-title"/>
          <p:cNvSpPr>
            <a:spLocks noGrp="1"/>
          </p:cNvSpPr>
          <p:nvPr/>
        </p:nvSpPr>
        <p:spPr>
          <a:xfrm>
            <a:off x="609600" y="11049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00" b="1">
                <a:solidFill>
                  <a:srgbClr val="703881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>
              <a:buNone/>
              <a:defRPr sz="3100" b="1">
                <a:solidFill>
                  <a:srgbClr val="703881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00" b="1">
                <a:solidFill>
                  <a:srgbClr val="703881"/>
                </a:solidFill>
                <a:latin typeface="Noto Serif CJK SC"/>
                <a:ea typeface="Noto Serif CJK SC"/>
                <a:cs typeface="Noto Serif CJK SC"/>
              </a:rPr>
              <a:t>两个机会方向</a:t>
            </a:r>
            <a:endParaRPr sz="3100" b="1">
              <a:solidFill>
                <a:srgbClr val="703881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1" name="page-number"/>
          <p:cNvSpPr>
            <a:spLocks noGrp="1"/>
          </p:cNvSpPr>
          <p:nvPr/>
        </p:nvSpPr>
        <p:spPr>
          <a:xfrm>
            <a:off x="11306175" y="6486525"/>
            <a:ext cx="4095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buNone/>
              <a:defRPr sz="1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30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redesign-core"/>
          <p:cNvSpPr>
            <a:spLocks noGrp="1"/>
          </p:cNvSpPr>
          <p:nvPr/>
        </p:nvSpPr>
        <p:spPr>
          <a:xfrm>
            <a:off x="628650" y="1781175"/>
            <a:ext cx="10896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195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     </a:t>
            </a:r>
            <a:r>
              <a:rPr sz="195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A 解决任务选择，B 支持长期推进</a:t>
            </a:r>
            <a:endParaRPr sz="1950" b="1">
              <a:solidFill>
                <a:srgbClr val="302A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direction-card-66"/>
          <p:cNvSpPr>
            <a:spLocks noGrp="1"/>
          </p:cNvSpPr>
          <p:nvPr/>
        </p:nvSpPr>
        <p:spPr>
          <a:xfrm>
            <a:off x="628650" y="2228850"/>
            <a:ext cx="5257800" cy="3057525"/>
          </a:xfrm>
          <a:prstGeom prst="roundRect">
            <a:avLst>
              <a:gd name="adj" fmla="val 6231"/>
            </a:avLst>
          </a:prstGeom>
          <a:solidFill>
            <a:srgbClr val="FFFFFF"/>
          </a:solidFill>
          <a:ln w="12383">
            <a:solidFill>
              <a:srgbClr val="7030A0"/>
            </a:solidFill>
          </a:ln>
        </p:spPr>
      </p:sp>
      <p:sp>
        <p:nvSpPr>
          <p:cNvPr id="42" name="direction-card-658"/>
          <p:cNvSpPr>
            <a:spLocks noGrp="1"/>
          </p:cNvSpPr>
          <p:nvPr/>
        </p:nvSpPr>
        <p:spPr>
          <a:xfrm>
            <a:off x="6267450" y="2228850"/>
            <a:ext cx="5257800" cy="3057525"/>
          </a:xfrm>
          <a:prstGeom prst="roundRect">
            <a:avLst>
              <a:gd name="adj" fmla="val 6231"/>
            </a:avLst>
          </a:prstGeom>
          <a:solidFill>
            <a:srgbClr val="FFFFFF"/>
          </a:solidFill>
          <a:ln w="12383">
            <a:solidFill>
              <a:srgbClr val="7030A0"/>
            </a:solidFill>
          </a:ln>
        </p:spPr>
      </p:sp>
      <p:sp>
        <p:nvSpPr>
          <p:cNvPr id="43" name="a-direction"/>
          <p:cNvSpPr>
            <a:spLocks noGrp="1"/>
          </p:cNvSpPr>
          <p:nvPr/>
        </p:nvSpPr>
        <p:spPr>
          <a:xfrm>
            <a:off x="857250" y="2381250"/>
            <a:ext cx="4800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A   任务优先级建议</a:t>
            </a:r>
            <a:endParaRPr sz="28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a-question"/>
          <p:cNvSpPr>
            <a:spLocks noGrp="1"/>
          </p:cNvSpPr>
          <p:nvPr/>
        </p:nvSpPr>
        <p:spPr>
          <a:xfrm>
            <a:off x="857250" y="2752725"/>
            <a:ext cx="4800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4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24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   </a:t>
            </a:r>
            <a:r>
              <a:rPr lang="en-US" sz="16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                           ——</a:t>
            </a:r>
            <a:r>
              <a:rPr sz="16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下一步先做什么？</a:t>
            </a:r>
            <a:endParaRPr sz="1600" b="1">
              <a:solidFill>
                <a:srgbClr val="302A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b-direction"/>
          <p:cNvSpPr>
            <a:spLocks noGrp="1"/>
          </p:cNvSpPr>
          <p:nvPr/>
        </p:nvSpPr>
        <p:spPr>
          <a:xfrm>
            <a:off x="6496050" y="2381250"/>
            <a:ext cx="4800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B   长期任务拆解</a:t>
            </a:r>
            <a:endParaRPr sz="28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b-question"/>
          <p:cNvSpPr>
            <a:spLocks noGrp="1"/>
          </p:cNvSpPr>
          <p:nvPr/>
        </p:nvSpPr>
        <p:spPr>
          <a:xfrm>
            <a:off x="6496050" y="2752725"/>
            <a:ext cx="4800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4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24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                      </a:t>
            </a:r>
            <a:r>
              <a:rPr lang="en-US" sz="16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——</a:t>
            </a:r>
            <a:r>
              <a:rPr sz="160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如何持续推进？</a:t>
            </a:r>
            <a:endParaRPr sz="1600" b="1">
              <a:solidFill>
                <a:srgbClr val="302A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factor-0"/>
          <p:cNvSpPr>
            <a:spLocks noGrp="1"/>
          </p:cNvSpPr>
          <p:nvPr/>
        </p:nvSpPr>
        <p:spPr>
          <a:xfrm>
            <a:off x="857250" y="3324225"/>
            <a:ext cx="1466850" cy="371475"/>
          </a:xfrm>
          <a:prstGeom prst="roundRect">
            <a:avLst>
              <a:gd name="adj" fmla="val 15385"/>
            </a:avLst>
          </a:prstGeom>
          <a:solidFill>
            <a:srgbClr val="E8D7ED"/>
          </a:solidFill>
          <a:ln w="0">
            <a:noFill/>
          </a:ln>
        </p:spPr>
      </p:sp>
      <p:sp>
        <p:nvSpPr>
          <p:cNvPr id="48" name="factor-text-0"/>
          <p:cNvSpPr>
            <a:spLocks noGrp="1"/>
          </p:cNvSpPr>
          <p:nvPr/>
        </p:nvSpPr>
        <p:spPr>
          <a:xfrm>
            <a:off x="933450" y="3400425"/>
            <a:ext cx="1314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7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截止时间</a:t>
            </a:r>
            <a:endParaRPr sz="17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factor-1"/>
          <p:cNvSpPr>
            <a:spLocks noGrp="1"/>
          </p:cNvSpPr>
          <p:nvPr/>
        </p:nvSpPr>
        <p:spPr>
          <a:xfrm>
            <a:off x="2524125" y="3324225"/>
            <a:ext cx="1466850" cy="371475"/>
          </a:xfrm>
          <a:prstGeom prst="roundRect">
            <a:avLst>
              <a:gd name="adj" fmla="val 15385"/>
            </a:avLst>
          </a:prstGeom>
          <a:solidFill>
            <a:srgbClr val="E8D7ED"/>
          </a:solidFill>
          <a:ln w="0">
            <a:noFill/>
          </a:ln>
        </p:spPr>
      </p:sp>
      <p:sp>
        <p:nvSpPr>
          <p:cNvPr id="50" name="factor-text-1"/>
          <p:cNvSpPr>
            <a:spLocks noGrp="1"/>
          </p:cNvSpPr>
          <p:nvPr/>
        </p:nvSpPr>
        <p:spPr>
          <a:xfrm>
            <a:off x="2600325" y="3400425"/>
            <a:ext cx="1314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7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剩余工作量</a:t>
            </a:r>
            <a:endParaRPr sz="17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factor-2"/>
          <p:cNvSpPr>
            <a:spLocks noGrp="1"/>
          </p:cNvSpPr>
          <p:nvPr/>
        </p:nvSpPr>
        <p:spPr>
          <a:xfrm>
            <a:off x="4191000" y="3324225"/>
            <a:ext cx="1466850" cy="371475"/>
          </a:xfrm>
          <a:prstGeom prst="roundRect">
            <a:avLst>
              <a:gd name="adj" fmla="val 15385"/>
            </a:avLst>
          </a:prstGeom>
          <a:solidFill>
            <a:srgbClr val="E8D7ED"/>
          </a:solidFill>
          <a:ln w="0">
            <a:noFill/>
          </a:ln>
        </p:spPr>
      </p:sp>
      <p:sp>
        <p:nvSpPr>
          <p:cNvPr id="52" name="factor-text-2"/>
          <p:cNvSpPr>
            <a:spLocks noGrp="1"/>
          </p:cNvSpPr>
          <p:nvPr/>
        </p:nvSpPr>
        <p:spPr>
          <a:xfrm>
            <a:off x="4267200" y="3400425"/>
            <a:ext cx="1314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7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可用时间</a:t>
            </a:r>
            <a:endParaRPr sz="17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a-factors-to-ranking"/>
          <p:cNvSpPr>
            <a:spLocks noGrp="1"/>
          </p:cNvSpPr>
          <p:nvPr/>
        </p:nvSpPr>
        <p:spPr>
          <a:xfrm>
            <a:off x="3200400" y="3705225"/>
            <a:ext cx="133350" cy="142875"/>
          </a:xfrm>
          <a:prstGeom prst="downArrow">
            <a:avLst/>
          </a:prstGeom>
          <a:solidFill>
            <a:srgbClr val="A45EBA"/>
          </a:solidFill>
          <a:ln w="0">
            <a:noFill/>
          </a:ln>
        </p:spPr>
      </p:sp>
      <p:sp>
        <p:nvSpPr>
          <p:cNvPr id="54" name="a-ranking-output"/>
          <p:cNvSpPr>
            <a:spLocks noGrp="1"/>
          </p:cNvSpPr>
          <p:nvPr/>
        </p:nvSpPr>
        <p:spPr>
          <a:xfrm>
            <a:off x="857250" y="3876675"/>
            <a:ext cx="4800600" cy="495300"/>
          </a:xfrm>
          <a:prstGeom prst="roundRect">
            <a:avLst>
              <a:gd name="adj" fmla="val 11538"/>
            </a:avLst>
          </a:prstGeom>
          <a:solidFill>
            <a:srgbClr val="703881"/>
          </a:solidFill>
          <a:ln w="0">
            <a:noFill/>
          </a:ln>
        </p:spPr>
      </p:sp>
      <p:sp>
        <p:nvSpPr>
          <p:cNvPr id="55" name="a-output-text"/>
          <p:cNvSpPr>
            <a:spLocks noGrp="1"/>
          </p:cNvSpPr>
          <p:nvPr/>
        </p:nvSpPr>
        <p:spPr>
          <a:xfrm>
            <a:off x="990600" y="3971925"/>
            <a:ext cx="4533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建议下一项作业</a:t>
            </a:r>
            <a:endParaRPr sz="21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a-edit-control"/>
          <p:cNvSpPr>
            <a:spLocks noGrp="1"/>
          </p:cNvSpPr>
          <p:nvPr/>
        </p:nvSpPr>
        <p:spPr>
          <a:xfrm>
            <a:off x="857250" y="4524375"/>
            <a:ext cx="4800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725" b="0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7030A0"/>
                </a:solidFill>
                <a:latin typeface="Noto Sans CJK SC"/>
                <a:ea typeface="Noto Sans CJK SC"/>
                <a:cs typeface="Noto Sans CJK SC"/>
              </a:rPr>
              <a:t>说明理由    允许手动调整</a:t>
            </a:r>
            <a:endParaRPr sz="1725" b="1">
              <a:solidFill>
                <a:srgbClr val="7030A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a-hypothesized-value"/>
          <p:cNvSpPr>
            <a:spLocks noGrp="1"/>
          </p:cNvSpPr>
          <p:nvPr/>
        </p:nvSpPr>
        <p:spPr>
          <a:xfrm>
            <a:off x="857250" y="4943475"/>
            <a:ext cx="4800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0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70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7030A0"/>
                </a:solidFill>
                <a:latin typeface="Noto Sans CJK SC"/>
                <a:ea typeface="Noto Sans CJK SC"/>
                <a:cs typeface="Noto Sans CJK SC"/>
              </a:rPr>
              <a:t>预期：减轻选择负担</a:t>
            </a:r>
            <a:endParaRPr sz="1700" b="1">
              <a:solidFill>
                <a:srgbClr val="7030A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b-long-task"/>
          <p:cNvSpPr>
            <a:spLocks noGrp="1"/>
          </p:cNvSpPr>
          <p:nvPr/>
        </p:nvSpPr>
        <p:spPr>
          <a:xfrm>
            <a:off x="6496050" y="3324225"/>
            <a:ext cx="4800600" cy="371475"/>
          </a:xfrm>
          <a:prstGeom prst="roundRect">
            <a:avLst>
              <a:gd name="adj" fmla="val 15385"/>
            </a:avLst>
          </a:prstGeom>
          <a:solidFill>
            <a:srgbClr val="703881"/>
          </a:solidFill>
          <a:ln w="0">
            <a:noFill/>
          </a:ln>
        </p:spPr>
      </p:sp>
      <p:sp>
        <p:nvSpPr>
          <p:cNvPr id="59" name="b-input-text"/>
          <p:cNvSpPr>
            <a:spLocks noGrp="1"/>
          </p:cNvSpPr>
          <p:nvPr/>
        </p:nvSpPr>
        <p:spPr>
          <a:xfrm>
            <a:off x="6572250" y="3400425"/>
            <a:ext cx="46482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大作业 / 考试复习</a:t>
            </a:r>
            <a:endParaRPr sz="17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b-task-to-milestones"/>
          <p:cNvSpPr>
            <a:spLocks noGrp="1"/>
          </p:cNvSpPr>
          <p:nvPr/>
        </p:nvSpPr>
        <p:spPr>
          <a:xfrm>
            <a:off x="8839200" y="3705225"/>
            <a:ext cx="133350" cy="142875"/>
          </a:xfrm>
          <a:prstGeom prst="downArrow">
            <a:avLst/>
          </a:prstGeom>
          <a:solidFill>
            <a:srgbClr val="A45EBA"/>
          </a:solidFill>
          <a:ln w="0">
            <a:noFill/>
          </a:ln>
        </p:spPr>
      </p:sp>
      <p:sp>
        <p:nvSpPr>
          <p:cNvPr id="61" name="b-milestone-0"/>
          <p:cNvSpPr>
            <a:spLocks noGrp="1"/>
          </p:cNvSpPr>
          <p:nvPr/>
        </p:nvSpPr>
        <p:spPr>
          <a:xfrm>
            <a:off x="6496050" y="3876675"/>
            <a:ext cx="1428750" cy="495300"/>
          </a:xfrm>
          <a:prstGeom prst="roundRect">
            <a:avLst>
              <a:gd name="adj" fmla="val 11538"/>
            </a:avLst>
          </a:prstGeom>
          <a:solidFill>
            <a:srgbClr val="E8D7ED"/>
          </a:solidFill>
          <a:ln w="0">
            <a:noFill/>
          </a:ln>
        </p:spPr>
      </p:sp>
      <p:sp>
        <p:nvSpPr>
          <p:cNvPr id="62" name="b-milestone-text-0"/>
          <p:cNvSpPr>
            <a:spLocks noGrp="1"/>
          </p:cNvSpPr>
          <p:nvPr/>
        </p:nvSpPr>
        <p:spPr>
          <a:xfrm>
            <a:off x="6572250" y="4019550"/>
            <a:ext cx="1276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7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里程碑 1</a:t>
            </a:r>
            <a:endParaRPr sz="175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b-progress-arrow-0"/>
          <p:cNvSpPr>
            <a:spLocks noGrp="1"/>
          </p:cNvSpPr>
          <p:nvPr/>
        </p:nvSpPr>
        <p:spPr>
          <a:xfrm>
            <a:off x="7972425" y="4067175"/>
            <a:ext cx="161925" cy="114300"/>
          </a:xfrm>
          <a:prstGeom prst="rightArrow">
            <a:avLst/>
          </a:prstGeom>
          <a:solidFill>
            <a:srgbClr val="A45EBA"/>
          </a:solidFill>
          <a:ln w="0">
            <a:noFill/>
          </a:ln>
        </p:spPr>
      </p:sp>
      <p:sp>
        <p:nvSpPr>
          <p:cNvPr id="64" name="b-milestone-1"/>
          <p:cNvSpPr>
            <a:spLocks noGrp="1"/>
          </p:cNvSpPr>
          <p:nvPr/>
        </p:nvSpPr>
        <p:spPr>
          <a:xfrm>
            <a:off x="8181975" y="3876675"/>
            <a:ext cx="1428750" cy="495300"/>
          </a:xfrm>
          <a:prstGeom prst="roundRect">
            <a:avLst>
              <a:gd name="adj" fmla="val 11538"/>
            </a:avLst>
          </a:prstGeom>
          <a:solidFill>
            <a:srgbClr val="E8D7ED"/>
          </a:solidFill>
          <a:ln w="0">
            <a:noFill/>
          </a:ln>
        </p:spPr>
      </p:sp>
      <p:sp>
        <p:nvSpPr>
          <p:cNvPr id="65" name="b-milestone-text-1"/>
          <p:cNvSpPr>
            <a:spLocks noGrp="1"/>
          </p:cNvSpPr>
          <p:nvPr/>
        </p:nvSpPr>
        <p:spPr>
          <a:xfrm>
            <a:off x="8258175" y="4019550"/>
            <a:ext cx="1276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7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里程碑 2</a:t>
            </a:r>
            <a:endParaRPr sz="175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b-progress-arrow-1"/>
          <p:cNvSpPr>
            <a:spLocks noGrp="1"/>
          </p:cNvSpPr>
          <p:nvPr/>
        </p:nvSpPr>
        <p:spPr>
          <a:xfrm>
            <a:off x="9658350" y="4067175"/>
            <a:ext cx="161925" cy="114300"/>
          </a:xfrm>
          <a:prstGeom prst="rightArrow">
            <a:avLst/>
          </a:prstGeom>
          <a:solidFill>
            <a:srgbClr val="A45EBA"/>
          </a:solidFill>
          <a:ln w="0">
            <a:noFill/>
          </a:ln>
        </p:spPr>
      </p:sp>
      <p:sp>
        <p:nvSpPr>
          <p:cNvPr id="67" name="b-milestone-2"/>
          <p:cNvSpPr>
            <a:spLocks noGrp="1"/>
          </p:cNvSpPr>
          <p:nvPr/>
        </p:nvSpPr>
        <p:spPr>
          <a:xfrm>
            <a:off x="9867900" y="3876675"/>
            <a:ext cx="1428750" cy="495300"/>
          </a:xfrm>
          <a:prstGeom prst="roundRect">
            <a:avLst>
              <a:gd name="adj" fmla="val 11538"/>
            </a:avLst>
          </a:prstGeom>
          <a:solidFill>
            <a:srgbClr val="E8D7ED"/>
          </a:solidFill>
          <a:ln w="0">
            <a:noFill/>
          </a:ln>
        </p:spPr>
      </p:sp>
      <p:sp>
        <p:nvSpPr>
          <p:cNvPr id="68" name="b-milestone-text-2"/>
          <p:cNvSpPr>
            <a:spLocks noGrp="1"/>
          </p:cNvSpPr>
          <p:nvPr/>
        </p:nvSpPr>
        <p:spPr>
          <a:xfrm>
            <a:off x="9944100" y="4019550"/>
            <a:ext cx="1276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7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里程碑 3</a:t>
            </a:r>
            <a:endParaRPr sz="175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b-edit-control"/>
          <p:cNvSpPr>
            <a:spLocks noGrp="1"/>
          </p:cNvSpPr>
          <p:nvPr/>
        </p:nvSpPr>
        <p:spPr>
          <a:xfrm>
            <a:off x="6496050" y="4524375"/>
            <a:ext cx="4800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00" b="0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700" b="0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7030A0"/>
                </a:solidFill>
                <a:latin typeface="Noto Sans CJK SC"/>
                <a:ea typeface="Noto Sans CJK SC"/>
                <a:cs typeface="Noto Sans CJK SC"/>
              </a:rPr>
              <a:t>可编辑里程碑，倒排后随进度调整</a:t>
            </a:r>
            <a:endParaRPr sz="1700" b="1">
              <a:solidFill>
                <a:srgbClr val="7030A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b-hypothesized-value"/>
          <p:cNvSpPr>
            <a:spLocks noGrp="1"/>
          </p:cNvSpPr>
          <p:nvPr/>
        </p:nvSpPr>
        <p:spPr>
          <a:xfrm>
            <a:off x="6496050" y="4943475"/>
            <a:ext cx="4800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0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70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7030A0"/>
                </a:solidFill>
                <a:latin typeface="Noto Sans CJK SC"/>
                <a:ea typeface="Noto Sans CJK SC"/>
                <a:cs typeface="Noto Sans CJK SC"/>
              </a:rPr>
              <a:t>预期：把远期截止转为每周行动</a:t>
            </a:r>
            <a:endParaRPr sz="1700" b="1">
              <a:solidFill>
                <a:srgbClr val="7030A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scope-included"/>
          <p:cNvSpPr>
            <a:spLocks noGrp="1"/>
          </p:cNvSpPr>
          <p:nvPr/>
        </p:nvSpPr>
        <p:spPr>
          <a:xfrm>
            <a:off x="628650" y="5762625"/>
            <a:ext cx="10648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范围：个人课程规划 / 手动录入 / 条目可编辑</a:t>
            </a:r>
            <a:endParaRPr sz="19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scope-excluded"/>
          <p:cNvSpPr>
            <a:spLocks noGrp="1"/>
          </p:cNvSpPr>
          <p:nvPr/>
        </p:nvSpPr>
        <p:spPr>
          <a:xfrm>
            <a:off x="628650" y="6257925"/>
            <a:ext cx="106489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不包含：自动访问平台 / 小组协调 / 代做作业</a:t>
            </a:r>
            <a:endParaRPr sz="19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1DD">
            <a:alpha val="48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emplate-footer"/>
          <p:cNvSpPr>
            <a:spLocks noGrp="1"/>
          </p:cNvSpPr>
          <p:nvPr/>
        </p:nvSpPr>
        <p:spPr>
          <a:xfrm>
            <a:off x="502920" y="5454777"/>
            <a:ext cx="12192000" cy="1403223"/>
          </a:xfrm>
          <a:prstGeom prst="rect">
            <a:avLst/>
          </a:prstGeom>
          <a:solidFill>
            <a:srgbClr val="703881"/>
          </a:solidFill>
          <a:ln w="0">
            <a:noFill/>
          </a:ln>
        </p:spPr>
      </p:sp>
      <p:sp>
        <p:nvSpPr>
          <p:cNvPr id="2" name="template-chevron-0"/>
          <p:cNvSpPr>
            <a:spLocks noGrp="1"/>
          </p:cNvSpPr>
          <p:nvPr/>
        </p:nvSpPr>
        <p:spPr>
          <a:xfrm>
            <a:off x="604076" y="368618"/>
            <a:ext cx="548069" cy="406718"/>
          </a:xfrm>
          <a:prstGeom prst="chevron">
            <a:avLst/>
          </a:prstGeom>
          <a:solidFill>
            <a:srgbClr val="D3B1DD"/>
          </a:solidFill>
          <a:ln w="0">
            <a:noFill/>
          </a:ln>
        </p:spPr>
      </p:sp>
      <p:sp>
        <p:nvSpPr>
          <p:cNvPr id="3" name="template-chevron-1"/>
          <p:cNvSpPr>
            <a:spLocks noGrp="1"/>
          </p:cNvSpPr>
          <p:nvPr/>
        </p:nvSpPr>
        <p:spPr>
          <a:xfrm>
            <a:off x="1050798" y="368618"/>
            <a:ext cx="548069" cy="406718"/>
          </a:xfrm>
          <a:prstGeom prst="chevron">
            <a:avLst/>
          </a:prstGeom>
          <a:solidFill>
            <a:srgbClr val="BB87CB"/>
          </a:solidFill>
          <a:ln w="0">
            <a:noFill/>
          </a:ln>
        </p:spPr>
      </p:sp>
      <p:sp>
        <p:nvSpPr>
          <p:cNvPr id="4" name="template-chevron-2"/>
          <p:cNvSpPr>
            <a:spLocks noGrp="1"/>
          </p:cNvSpPr>
          <p:nvPr/>
        </p:nvSpPr>
        <p:spPr>
          <a:xfrm>
            <a:off x="1491710" y="379000"/>
            <a:ext cx="548069" cy="406718"/>
          </a:xfrm>
          <a:prstGeom prst="chevron">
            <a:avLst/>
          </a:prstGeom>
          <a:solidFill>
            <a:srgbClr val="A45EBA"/>
          </a:solidFill>
          <a:ln w="0">
            <a:noFill/>
          </a:ln>
        </p:spPr>
      </p:sp>
      <p:sp>
        <p:nvSpPr>
          <p:cNvPr id="5" name="template-chevron-3"/>
          <p:cNvSpPr>
            <a:spLocks noGrp="1"/>
          </p:cNvSpPr>
          <p:nvPr/>
        </p:nvSpPr>
        <p:spPr>
          <a:xfrm>
            <a:off x="1938338" y="379000"/>
            <a:ext cx="548069" cy="406718"/>
          </a:xfrm>
          <a:prstGeom prst="chevron">
            <a:avLst/>
          </a:prstGeom>
          <a:solidFill>
            <a:srgbClr val="703881"/>
          </a:solidFill>
          <a:ln w="0">
            <a:noFill/>
          </a:ln>
        </p:spPr>
      </p:sp>
      <p:sp>
        <p:nvSpPr>
          <p:cNvPr id="6" name="original-template-logo-0"/>
          <p:cNvSpPr>
            <a:spLocks noGrp="1"/>
          </p:cNvSpPr>
          <p:nvPr/>
        </p:nvSpPr>
        <p:spPr>
          <a:xfrm>
            <a:off x="10622756" y="324041"/>
            <a:ext cx="1271683" cy="403574"/>
          </a:xfrm>
          <a:custGeom>
            <a:avLst/>
            <a:gdLst/>
            <a:ahLst/>
            <a:cxnLst/>
            <a:pathLst>
              <a:path w="3812022" h="1325394">
                <a:moveTo>
                  <a:pt x="3528743" y="1166183"/>
                </a:moveTo>
                <a:cubicBezTo>
                  <a:pt x="3531938" y="1169377"/>
                  <a:pt x="3534601" y="1174170"/>
                  <a:pt x="3537795" y="1178430"/>
                </a:cubicBezTo>
                <a:cubicBezTo>
                  <a:pt x="3538860" y="1199729"/>
                  <a:pt x="3537795" y="1230080"/>
                  <a:pt x="3528743" y="1258302"/>
                </a:cubicBezTo>
                <a:close/>
                <a:moveTo>
                  <a:pt x="3234282" y="1082322"/>
                </a:moveTo>
                <a:lnTo>
                  <a:pt x="3234282" y="1163814"/>
                </a:lnTo>
                <a:lnTo>
                  <a:pt x="3194545" y="1145948"/>
                </a:lnTo>
                <a:cubicBezTo>
                  <a:pt x="3184361" y="1137428"/>
                  <a:pt x="3178371" y="1125980"/>
                  <a:pt x="3179436" y="1110272"/>
                </a:cubicBezTo>
                <a:close/>
                <a:moveTo>
                  <a:pt x="3429169" y="1002179"/>
                </a:moveTo>
                <a:cubicBezTo>
                  <a:pt x="3447274" y="1016556"/>
                  <a:pt x="3489872" y="1011231"/>
                  <a:pt x="3528210" y="1004309"/>
                </a:cubicBezTo>
                <a:lnTo>
                  <a:pt x="3528210" y="1113467"/>
                </a:lnTo>
                <a:cubicBezTo>
                  <a:pt x="3515964" y="1125714"/>
                  <a:pt x="3513834" y="1141688"/>
                  <a:pt x="3528210" y="1166183"/>
                </a:cubicBezTo>
                <a:lnTo>
                  <a:pt x="3528210" y="1258302"/>
                </a:lnTo>
                <a:cubicBezTo>
                  <a:pt x="3519691" y="1290250"/>
                  <a:pt x="3500522" y="1318472"/>
                  <a:pt x="3467508" y="1325394"/>
                </a:cubicBezTo>
                <a:cubicBezTo>
                  <a:pt x="3423844" y="1313147"/>
                  <a:pt x="3233217" y="1258834"/>
                  <a:pt x="3260373" y="1211443"/>
                </a:cubicBezTo>
                <a:cubicBezTo>
                  <a:pt x="3304036" y="1210378"/>
                  <a:pt x="3374324" y="1252977"/>
                  <a:pt x="3440351" y="1243925"/>
                </a:cubicBezTo>
                <a:cubicBezTo>
                  <a:pt x="3461650" y="1213573"/>
                  <a:pt x="3451534" y="1144883"/>
                  <a:pt x="3440351" y="1117727"/>
                </a:cubicBezTo>
                <a:cubicBezTo>
                  <a:pt x="3378584" y="1119857"/>
                  <a:pt x="3357284" y="1157130"/>
                  <a:pt x="3310959" y="1173105"/>
                </a:cubicBezTo>
                <a:cubicBezTo>
                  <a:pt x="3288595" y="1170975"/>
                  <a:pt x="3259308" y="1169910"/>
                  <a:pt x="3234282" y="1164053"/>
                </a:cubicBezTo>
                <a:lnTo>
                  <a:pt x="3234282" y="1163814"/>
                </a:lnTo>
                <a:lnTo>
                  <a:pt x="3234814" y="1164053"/>
                </a:lnTo>
                <a:lnTo>
                  <a:pt x="3234814" y="1082051"/>
                </a:lnTo>
                <a:lnTo>
                  <a:pt x="3234282" y="1082322"/>
                </a:lnTo>
                <a:lnTo>
                  <a:pt x="3234282" y="1082051"/>
                </a:lnTo>
                <a:cubicBezTo>
                  <a:pt x="3283802" y="1061816"/>
                  <a:pt x="3340245" y="1046907"/>
                  <a:pt x="3391896" y="1031465"/>
                </a:cubicBezTo>
                <a:cubicBezTo>
                  <a:pt x="3415325" y="1013361"/>
                  <a:pt x="3380714" y="997919"/>
                  <a:pt x="3429169" y="1002179"/>
                </a:cubicBezTo>
                <a:close/>
                <a:moveTo>
                  <a:pt x="3580394" y="994192"/>
                </a:moveTo>
                <a:cubicBezTo>
                  <a:pt x="3600628" y="1000049"/>
                  <a:pt x="3616603" y="1004309"/>
                  <a:pt x="3644824" y="1024543"/>
                </a:cubicBezTo>
                <a:cubicBezTo>
                  <a:pt x="3645889" y="1077258"/>
                  <a:pt x="3560159" y="1084181"/>
                  <a:pt x="3528743" y="1113467"/>
                </a:cubicBezTo>
                <a:lnTo>
                  <a:pt x="3528743" y="1004309"/>
                </a:lnTo>
                <a:cubicBezTo>
                  <a:pt x="3547913" y="1001114"/>
                  <a:pt x="3567082" y="996321"/>
                  <a:pt x="3580394" y="994192"/>
                </a:cubicBezTo>
                <a:close/>
                <a:moveTo>
                  <a:pt x="2529346" y="901606"/>
                </a:moveTo>
                <a:cubicBezTo>
                  <a:pt x="2533006" y="901673"/>
                  <a:pt x="2537799" y="903404"/>
                  <a:pt x="2547916" y="909528"/>
                </a:cubicBezTo>
                <a:cubicBezTo>
                  <a:pt x="2555903" y="927632"/>
                  <a:pt x="2579332" y="953723"/>
                  <a:pt x="2608619" y="977152"/>
                </a:cubicBezTo>
                <a:cubicBezTo>
                  <a:pt x="2644827" y="1008569"/>
                  <a:pt x="2689556" y="1038920"/>
                  <a:pt x="2718842" y="1051700"/>
                </a:cubicBezTo>
                <a:cubicBezTo>
                  <a:pt x="2747063" y="1053829"/>
                  <a:pt x="2775285" y="1055959"/>
                  <a:pt x="2803506" y="1057557"/>
                </a:cubicBezTo>
                <a:cubicBezTo>
                  <a:pt x="2804571" y="1095895"/>
                  <a:pt x="2702335" y="1149676"/>
                  <a:pt x="2668256" y="1154468"/>
                </a:cubicBezTo>
                <a:cubicBezTo>
                  <a:pt x="2656009" y="1151273"/>
                  <a:pt x="2642165" y="1147546"/>
                  <a:pt x="2629918" y="1145416"/>
                </a:cubicBezTo>
                <a:cubicBezTo>
                  <a:pt x="2622463" y="1139559"/>
                  <a:pt x="2615541" y="1132637"/>
                  <a:pt x="2608619" y="1124649"/>
                </a:cubicBezTo>
                <a:cubicBezTo>
                  <a:pt x="2568150" y="1077259"/>
                  <a:pt x="2533539" y="993659"/>
                  <a:pt x="2518629" y="951061"/>
                </a:cubicBezTo>
                <a:cubicBezTo>
                  <a:pt x="2517565" y="935087"/>
                  <a:pt x="2517565" y="919645"/>
                  <a:pt x="2517565" y="903670"/>
                </a:cubicBezTo>
                <a:cubicBezTo>
                  <a:pt x="2523156" y="903137"/>
                  <a:pt x="2525685" y="901540"/>
                  <a:pt x="2529346" y="901606"/>
                </a:cubicBezTo>
                <a:close/>
                <a:moveTo>
                  <a:pt x="1595483" y="881273"/>
                </a:moveTo>
                <a:cubicBezTo>
                  <a:pt x="1591148" y="880907"/>
                  <a:pt x="1585857" y="881306"/>
                  <a:pt x="1578801" y="881839"/>
                </a:cubicBezTo>
                <a:cubicBezTo>
                  <a:pt x="1575074" y="881839"/>
                  <a:pt x="1569750" y="881839"/>
                  <a:pt x="1563892" y="881839"/>
                </a:cubicBezTo>
                <a:cubicBezTo>
                  <a:pt x="1559632" y="883969"/>
                  <a:pt x="1555905" y="887164"/>
                  <a:pt x="1552710" y="890358"/>
                </a:cubicBezTo>
                <a:cubicBezTo>
                  <a:pt x="1518099" y="915917"/>
                  <a:pt x="1528216" y="955321"/>
                  <a:pt x="1529281" y="1001647"/>
                </a:cubicBezTo>
                <a:cubicBezTo>
                  <a:pt x="1535671" y="999517"/>
                  <a:pt x="1543658" y="996854"/>
                  <a:pt x="1552710" y="992595"/>
                </a:cubicBezTo>
                <a:cubicBezTo>
                  <a:pt x="1560697" y="987802"/>
                  <a:pt x="1569750" y="983542"/>
                  <a:pt x="1578801" y="977685"/>
                </a:cubicBezTo>
                <a:cubicBezTo>
                  <a:pt x="1602231" y="962776"/>
                  <a:pt x="1624595" y="943606"/>
                  <a:pt x="1630452" y="922307"/>
                </a:cubicBezTo>
                <a:cubicBezTo>
                  <a:pt x="1612881" y="890358"/>
                  <a:pt x="1608488" y="882371"/>
                  <a:pt x="1595483" y="881273"/>
                </a:cubicBezTo>
                <a:close/>
                <a:moveTo>
                  <a:pt x="578273" y="855746"/>
                </a:moveTo>
                <a:lnTo>
                  <a:pt x="576143" y="870122"/>
                </a:lnTo>
                <a:lnTo>
                  <a:pt x="577208" y="885032"/>
                </a:lnTo>
                <a:lnTo>
                  <a:pt x="577208" y="899409"/>
                </a:lnTo>
                <a:lnTo>
                  <a:pt x="583065" y="911656"/>
                </a:lnTo>
                <a:lnTo>
                  <a:pt x="609157" y="921773"/>
                </a:lnTo>
                <a:lnTo>
                  <a:pt x="610222" y="922838"/>
                </a:lnTo>
                <a:cubicBezTo>
                  <a:pt x="609157" y="905266"/>
                  <a:pt x="609157" y="887162"/>
                  <a:pt x="610222" y="869058"/>
                </a:cubicBezTo>
                <a:cubicBezTo>
                  <a:pt x="610222" y="867993"/>
                  <a:pt x="609157" y="867993"/>
                  <a:pt x="609157" y="866928"/>
                </a:cubicBezTo>
                <a:cubicBezTo>
                  <a:pt x="601169" y="862668"/>
                  <a:pt x="585727" y="855746"/>
                  <a:pt x="578273" y="855746"/>
                </a:cubicBezTo>
                <a:close/>
                <a:moveTo>
                  <a:pt x="3589446" y="757771"/>
                </a:moveTo>
                <a:cubicBezTo>
                  <a:pt x="3581458" y="757771"/>
                  <a:pt x="3573471" y="759900"/>
                  <a:pt x="3566017" y="760965"/>
                </a:cubicBezTo>
                <a:cubicBezTo>
                  <a:pt x="3558030" y="766823"/>
                  <a:pt x="3544718" y="778005"/>
                  <a:pt x="3528743" y="790252"/>
                </a:cubicBezTo>
                <a:lnTo>
                  <a:pt x="3528743" y="790784"/>
                </a:lnTo>
                <a:cubicBezTo>
                  <a:pt x="3500522" y="815278"/>
                  <a:pt x="3468041" y="846695"/>
                  <a:pt x="3469105" y="863734"/>
                </a:cubicBezTo>
                <a:cubicBezTo>
                  <a:pt x="3482417" y="853617"/>
                  <a:pt x="3506379" y="840305"/>
                  <a:pt x="3528743" y="824331"/>
                </a:cubicBezTo>
                <a:cubicBezTo>
                  <a:pt x="3560159" y="803031"/>
                  <a:pt x="3590511" y="779070"/>
                  <a:pt x="3589446" y="757771"/>
                </a:cubicBezTo>
                <a:close/>
                <a:moveTo>
                  <a:pt x="600104" y="741795"/>
                </a:moveTo>
                <a:cubicBezTo>
                  <a:pt x="595845" y="756704"/>
                  <a:pt x="592650" y="779068"/>
                  <a:pt x="601169" y="782796"/>
                </a:cubicBezTo>
                <a:cubicBezTo>
                  <a:pt x="602234" y="782796"/>
                  <a:pt x="605962" y="783861"/>
                  <a:pt x="609157" y="785991"/>
                </a:cubicBezTo>
                <a:cubicBezTo>
                  <a:pt x="611819" y="788121"/>
                  <a:pt x="615014" y="790250"/>
                  <a:pt x="616079" y="790250"/>
                </a:cubicBezTo>
                <a:cubicBezTo>
                  <a:pt x="617144" y="785991"/>
                  <a:pt x="622469" y="755639"/>
                  <a:pt x="620339" y="749782"/>
                </a:cubicBezTo>
                <a:cubicBezTo>
                  <a:pt x="619274" y="748717"/>
                  <a:pt x="613416" y="744990"/>
                  <a:pt x="609157" y="742860"/>
                </a:cubicBezTo>
                <a:cubicBezTo>
                  <a:pt x="604364" y="741795"/>
                  <a:pt x="602234" y="740730"/>
                  <a:pt x="600104" y="741795"/>
                </a:cubicBezTo>
                <a:close/>
                <a:moveTo>
                  <a:pt x="3661538" y="687708"/>
                </a:moveTo>
                <a:cubicBezTo>
                  <a:pt x="3691615" y="686285"/>
                  <a:pt x="3726559" y="691077"/>
                  <a:pt x="3722566" y="730614"/>
                </a:cubicBezTo>
                <a:cubicBezTo>
                  <a:pt x="3692214" y="743926"/>
                  <a:pt x="3640564" y="808356"/>
                  <a:pt x="3618732" y="834448"/>
                </a:cubicBezTo>
                <a:cubicBezTo>
                  <a:pt x="3587316" y="850954"/>
                  <a:pt x="3558030" y="869059"/>
                  <a:pt x="3528743" y="887163"/>
                </a:cubicBezTo>
                <a:cubicBezTo>
                  <a:pt x="3484547" y="915385"/>
                  <a:pt x="3443014" y="945736"/>
                  <a:pt x="3402545" y="978217"/>
                </a:cubicBezTo>
                <a:cubicBezTo>
                  <a:pt x="3396688" y="977152"/>
                  <a:pt x="3391363" y="977152"/>
                  <a:pt x="3385506" y="977152"/>
                </a:cubicBezTo>
                <a:cubicBezTo>
                  <a:pt x="3384441" y="944671"/>
                  <a:pt x="3435026" y="899410"/>
                  <a:pt x="3460053" y="875981"/>
                </a:cubicBezTo>
                <a:cubicBezTo>
                  <a:pt x="3464846" y="871189"/>
                  <a:pt x="3462716" y="864799"/>
                  <a:pt x="3455793" y="867994"/>
                </a:cubicBezTo>
                <a:cubicBezTo>
                  <a:pt x="3422247" y="884501"/>
                  <a:pt x="3398286" y="922839"/>
                  <a:pt x="3356752" y="919644"/>
                </a:cubicBezTo>
                <a:cubicBezTo>
                  <a:pt x="3325336" y="921242"/>
                  <a:pt x="3293920" y="923372"/>
                  <a:pt x="3263568" y="925502"/>
                </a:cubicBezTo>
                <a:cubicBezTo>
                  <a:pt x="3251854" y="924437"/>
                  <a:pt x="3251854" y="924437"/>
                  <a:pt x="3238542" y="916450"/>
                </a:cubicBezTo>
                <a:cubicBezTo>
                  <a:pt x="3237476" y="898345"/>
                  <a:pt x="3238542" y="900475"/>
                  <a:pt x="3249724" y="890358"/>
                </a:cubicBezTo>
                <a:cubicBezTo>
                  <a:pt x="3333855" y="850954"/>
                  <a:pt x="3421714" y="797174"/>
                  <a:pt x="3509574" y="757771"/>
                </a:cubicBezTo>
                <a:cubicBezTo>
                  <a:pt x="3516496" y="754576"/>
                  <a:pt x="3522886" y="749783"/>
                  <a:pt x="3528743" y="746588"/>
                </a:cubicBezTo>
                <a:cubicBezTo>
                  <a:pt x="3563887" y="727419"/>
                  <a:pt x="3598498" y="709315"/>
                  <a:pt x="3634706" y="690146"/>
                </a:cubicBezTo>
                <a:cubicBezTo>
                  <a:pt x="3642028" y="689347"/>
                  <a:pt x="3651513" y="688182"/>
                  <a:pt x="3661538" y="687708"/>
                </a:cubicBezTo>
                <a:close/>
                <a:moveTo>
                  <a:pt x="3106487" y="648612"/>
                </a:moveTo>
                <a:cubicBezTo>
                  <a:pt x="3152812" y="647547"/>
                  <a:pt x="3159202" y="700263"/>
                  <a:pt x="3233749" y="667781"/>
                </a:cubicBezTo>
                <a:cubicBezTo>
                  <a:pt x="3233749" y="666716"/>
                  <a:pt x="3234814" y="665652"/>
                  <a:pt x="3234814" y="665652"/>
                </a:cubicBezTo>
                <a:lnTo>
                  <a:pt x="3234814" y="750848"/>
                </a:lnTo>
                <a:cubicBezTo>
                  <a:pt x="3232684" y="765758"/>
                  <a:pt x="3228957" y="780135"/>
                  <a:pt x="3225762" y="789187"/>
                </a:cubicBezTo>
                <a:cubicBezTo>
                  <a:pt x="3219905" y="790252"/>
                  <a:pt x="3214580" y="791317"/>
                  <a:pt x="3208723" y="792382"/>
                </a:cubicBezTo>
                <a:cubicBezTo>
                  <a:pt x="3145890" y="762030"/>
                  <a:pt x="3108617" y="714640"/>
                  <a:pt x="3106487" y="661924"/>
                </a:cubicBezTo>
                <a:lnTo>
                  <a:pt x="3106487" y="651807"/>
                </a:lnTo>
                <a:cubicBezTo>
                  <a:pt x="3106487" y="650742"/>
                  <a:pt x="3106487" y="649677"/>
                  <a:pt x="3106487" y="648612"/>
                </a:cubicBezTo>
                <a:close/>
                <a:moveTo>
                  <a:pt x="1575074" y="608144"/>
                </a:moveTo>
                <a:cubicBezTo>
                  <a:pt x="1566022" y="610274"/>
                  <a:pt x="1558567" y="612936"/>
                  <a:pt x="1552710" y="616131"/>
                </a:cubicBezTo>
                <a:cubicBezTo>
                  <a:pt x="1533541" y="625184"/>
                  <a:pt x="1526618" y="640625"/>
                  <a:pt x="1527684" y="671509"/>
                </a:cubicBezTo>
                <a:cubicBezTo>
                  <a:pt x="1533541" y="670444"/>
                  <a:pt x="1543658" y="663522"/>
                  <a:pt x="1552710" y="655535"/>
                </a:cubicBezTo>
                <a:cubicBezTo>
                  <a:pt x="1567087" y="640625"/>
                  <a:pt x="1581997" y="621456"/>
                  <a:pt x="1575074" y="608144"/>
                </a:cubicBezTo>
                <a:close/>
                <a:moveTo>
                  <a:pt x="2635775" y="472893"/>
                </a:moveTo>
                <a:cubicBezTo>
                  <a:pt x="2661867" y="492062"/>
                  <a:pt x="2661867" y="492062"/>
                  <a:pt x="2689556" y="508037"/>
                </a:cubicBezTo>
                <a:cubicBezTo>
                  <a:pt x="2720972" y="548505"/>
                  <a:pt x="2667191" y="610274"/>
                  <a:pt x="2608619" y="661392"/>
                </a:cubicBezTo>
                <a:lnTo>
                  <a:pt x="2608619" y="553830"/>
                </a:lnTo>
                <a:cubicBezTo>
                  <a:pt x="2619801" y="526674"/>
                  <a:pt x="2619801" y="490997"/>
                  <a:pt x="2635775" y="472893"/>
                </a:cubicBezTo>
                <a:close/>
                <a:moveTo>
                  <a:pt x="1655479" y="448932"/>
                </a:moveTo>
                <a:cubicBezTo>
                  <a:pt x="1629387" y="465971"/>
                  <a:pt x="1601166" y="478218"/>
                  <a:pt x="1578801" y="495257"/>
                </a:cubicBezTo>
                <a:cubicBezTo>
                  <a:pt x="1568685" y="503246"/>
                  <a:pt x="1558567" y="512298"/>
                  <a:pt x="1552710" y="523480"/>
                </a:cubicBezTo>
                <a:cubicBezTo>
                  <a:pt x="1545788" y="534662"/>
                  <a:pt x="1542593" y="547441"/>
                  <a:pt x="1542061" y="562351"/>
                </a:cubicBezTo>
                <a:cubicBezTo>
                  <a:pt x="1545255" y="561286"/>
                  <a:pt x="1548983" y="560221"/>
                  <a:pt x="1552177" y="558091"/>
                </a:cubicBezTo>
                <a:cubicBezTo>
                  <a:pt x="1561230" y="554896"/>
                  <a:pt x="1570282" y="550104"/>
                  <a:pt x="1578269" y="545844"/>
                </a:cubicBezTo>
                <a:cubicBezTo>
                  <a:pt x="1604361" y="532000"/>
                  <a:pt x="1626725" y="514960"/>
                  <a:pt x="1642699" y="481413"/>
                </a:cubicBezTo>
                <a:cubicBezTo>
                  <a:pt x="1656544" y="473426"/>
                  <a:pt x="1656544" y="473426"/>
                  <a:pt x="1667726" y="461179"/>
                </a:cubicBezTo>
                <a:cubicBezTo>
                  <a:pt x="1666661" y="456919"/>
                  <a:pt x="1666661" y="452127"/>
                  <a:pt x="1666661" y="449997"/>
                </a:cubicBezTo>
                <a:cubicBezTo>
                  <a:pt x="1662401" y="448932"/>
                  <a:pt x="1658673" y="448932"/>
                  <a:pt x="1655479" y="448932"/>
                </a:cubicBezTo>
                <a:close/>
                <a:moveTo>
                  <a:pt x="3171982" y="389826"/>
                </a:moveTo>
                <a:cubicBezTo>
                  <a:pt x="3177839" y="394086"/>
                  <a:pt x="3183164" y="398878"/>
                  <a:pt x="3189021" y="403138"/>
                </a:cubicBezTo>
                <a:cubicBezTo>
                  <a:pt x="3195411" y="419112"/>
                  <a:pt x="3213515" y="436684"/>
                  <a:pt x="3234814" y="454789"/>
                </a:cubicBezTo>
                <a:cubicBezTo>
                  <a:pt x="3261971" y="478751"/>
                  <a:pt x="3292322" y="501115"/>
                  <a:pt x="3313621" y="520285"/>
                </a:cubicBezTo>
                <a:cubicBezTo>
                  <a:pt x="3315751" y="575130"/>
                  <a:pt x="3283270" y="591104"/>
                  <a:pt x="3234814" y="600156"/>
                </a:cubicBezTo>
                <a:lnTo>
                  <a:pt x="3233749" y="600156"/>
                </a:lnTo>
                <a:cubicBezTo>
                  <a:pt x="3231619" y="578857"/>
                  <a:pt x="3231619" y="558623"/>
                  <a:pt x="3230554" y="538389"/>
                </a:cubicBezTo>
                <a:cubicBezTo>
                  <a:pt x="3204463" y="506973"/>
                  <a:pt x="3123526" y="421242"/>
                  <a:pt x="3171982" y="389826"/>
                </a:cubicBezTo>
                <a:close/>
                <a:moveTo>
                  <a:pt x="2558565" y="235940"/>
                </a:moveTo>
                <a:cubicBezTo>
                  <a:pt x="2573475" y="244992"/>
                  <a:pt x="2588917" y="248187"/>
                  <a:pt x="2599034" y="279603"/>
                </a:cubicBezTo>
                <a:cubicBezTo>
                  <a:pt x="2586787" y="368527"/>
                  <a:pt x="2575605" y="468633"/>
                  <a:pt x="2550578" y="565545"/>
                </a:cubicBezTo>
                <a:cubicBezTo>
                  <a:pt x="2550578" y="572467"/>
                  <a:pt x="2550578" y="578858"/>
                  <a:pt x="2551643" y="586845"/>
                </a:cubicBezTo>
                <a:cubicBezTo>
                  <a:pt x="2584125" y="586845"/>
                  <a:pt x="2599034" y="571934"/>
                  <a:pt x="2608086" y="553298"/>
                </a:cubicBezTo>
                <a:lnTo>
                  <a:pt x="2608086" y="660327"/>
                </a:lnTo>
                <a:cubicBezTo>
                  <a:pt x="2562825" y="698665"/>
                  <a:pt x="2513305" y="731147"/>
                  <a:pt x="2497863" y="743394"/>
                </a:cubicBezTo>
                <a:cubicBezTo>
                  <a:pt x="2480823" y="791849"/>
                  <a:pt x="2464317" y="841370"/>
                  <a:pt x="2447277" y="890891"/>
                </a:cubicBezTo>
                <a:cubicBezTo>
                  <a:pt x="2350898" y="1040517"/>
                  <a:pt x="2280077" y="1158728"/>
                  <a:pt x="2113411" y="1193339"/>
                </a:cubicBezTo>
                <a:cubicBezTo>
                  <a:pt x="2112346" y="1190144"/>
                  <a:pt x="2111281" y="1186417"/>
                  <a:pt x="2110217" y="1183222"/>
                </a:cubicBezTo>
                <a:cubicBezTo>
                  <a:pt x="2111281" y="1180027"/>
                  <a:pt x="2112346" y="1176300"/>
                  <a:pt x="2114476" y="1174170"/>
                </a:cubicBezTo>
                <a:cubicBezTo>
                  <a:pt x="2253986" y="1123584"/>
                  <a:pt x="2366873" y="964905"/>
                  <a:pt x="2394562" y="811551"/>
                </a:cubicBezTo>
                <a:cubicBezTo>
                  <a:pt x="2393497" y="808356"/>
                  <a:pt x="2393497" y="804629"/>
                  <a:pt x="2393497" y="801434"/>
                </a:cubicBezTo>
                <a:cubicBezTo>
                  <a:pt x="2341846" y="808356"/>
                  <a:pt x="2295520" y="826461"/>
                  <a:pt x="2250259" y="827526"/>
                </a:cubicBezTo>
                <a:cubicBezTo>
                  <a:pt x="2159204" y="774810"/>
                  <a:pt x="2212985" y="762031"/>
                  <a:pt x="2286467" y="748719"/>
                </a:cubicBezTo>
                <a:cubicBezTo>
                  <a:pt x="2337054" y="723692"/>
                  <a:pt x="2387639" y="694938"/>
                  <a:pt x="2433965" y="653937"/>
                </a:cubicBezTo>
                <a:cubicBezTo>
                  <a:pt x="2470174" y="535726"/>
                  <a:pt x="2509577" y="416450"/>
                  <a:pt x="2525019" y="300370"/>
                </a:cubicBezTo>
                <a:cubicBezTo>
                  <a:pt x="2546318" y="276941"/>
                  <a:pt x="2513837" y="252979"/>
                  <a:pt x="2558565" y="235940"/>
                </a:cubicBezTo>
                <a:close/>
                <a:moveTo>
                  <a:pt x="3528210" y="194459"/>
                </a:moveTo>
                <a:lnTo>
                  <a:pt x="3528210" y="484076"/>
                </a:lnTo>
                <a:lnTo>
                  <a:pt x="3528743" y="483543"/>
                </a:lnTo>
                <a:lnTo>
                  <a:pt x="3528743" y="484076"/>
                </a:lnTo>
                <a:cubicBezTo>
                  <a:pt x="3508509" y="505375"/>
                  <a:pt x="3468041" y="540519"/>
                  <a:pt x="3495197" y="562883"/>
                </a:cubicBezTo>
                <a:cubicBezTo>
                  <a:pt x="3505314" y="561285"/>
                  <a:pt x="3512103" y="557558"/>
                  <a:pt x="3517161" y="553165"/>
                </a:cubicBezTo>
                <a:lnTo>
                  <a:pt x="3528210" y="540085"/>
                </a:lnTo>
                <a:lnTo>
                  <a:pt x="3528210" y="656599"/>
                </a:lnTo>
                <a:lnTo>
                  <a:pt x="3528743" y="656327"/>
                </a:lnTo>
                <a:lnTo>
                  <a:pt x="3528743" y="656599"/>
                </a:lnTo>
                <a:cubicBezTo>
                  <a:pt x="3488274" y="681626"/>
                  <a:pt x="3448871" y="708250"/>
                  <a:pt x="3406273" y="719432"/>
                </a:cubicBezTo>
                <a:cubicBezTo>
                  <a:pt x="3405208" y="715172"/>
                  <a:pt x="3403078" y="711445"/>
                  <a:pt x="3403078" y="707185"/>
                </a:cubicBezTo>
                <a:cubicBezTo>
                  <a:pt x="3430235" y="686951"/>
                  <a:pt x="3492002" y="651807"/>
                  <a:pt x="3496262" y="620391"/>
                </a:cubicBezTo>
                <a:cubicBezTo>
                  <a:pt x="3436624" y="593234"/>
                  <a:pt x="3443547" y="596962"/>
                  <a:pt x="3394026" y="629443"/>
                </a:cubicBezTo>
                <a:cubicBezTo>
                  <a:pt x="3321076" y="652872"/>
                  <a:pt x="3292855" y="661924"/>
                  <a:pt x="3246529" y="710380"/>
                </a:cubicBezTo>
                <a:cubicBezTo>
                  <a:pt x="3242269" y="722627"/>
                  <a:pt x="3238542" y="737536"/>
                  <a:pt x="3235347" y="750848"/>
                </a:cubicBezTo>
                <a:lnTo>
                  <a:pt x="3235347" y="665652"/>
                </a:lnTo>
                <a:cubicBezTo>
                  <a:pt x="3275815" y="624118"/>
                  <a:pt x="3325336" y="599092"/>
                  <a:pt x="3367934" y="560753"/>
                </a:cubicBezTo>
                <a:cubicBezTo>
                  <a:pt x="3368999" y="548506"/>
                  <a:pt x="3368999" y="535726"/>
                  <a:pt x="3370064" y="524544"/>
                </a:cubicBezTo>
                <a:cubicBezTo>
                  <a:pt x="3386039" y="523479"/>
                  <a:pt x="3402545" y="522414"/>
                  <a:pt x="3419585" y="520285"/>
                </a:cubicBezTo>
                <a:cubicBezTo>
                  <a:pt x="3457923" y="476621"/>
                  <a:pt x="3518626" y="380774"/>
                  <a:pt x="3511704" y="329123"/>
                </a:cubicBezTo>
                <a:cubicBezTo>
                  <a:pt x="3474430" y="329123"/>
                  <a:pt x="3438754" y="354150"/>
                  <a:pt x="3411598" y="341370"/>
                </a:cubicBezTo>
                <a:cubicBezTo>
                  <a:pt x="3410532" y="301967"/>
                  <a:pt x="3417455" y="305162"/>
                  <a:pt x="3447806" y="282798"/>
                </a:cubicBezTo>
                <a:close/>
                <a:moveTo>
                  <a:pt x="52315" y="184090"/>
                </a:moveTo>
                <a:cubicBezTo>
                  <a:pt x="64296" y="184023"/>
                  <a:pt x="76676" y="185088"/>
                  <a:pt x="88391" y="188017"/>
                </a:cubicBezTo>
                <a:cubicBezTo>
                  <a:pt x="129925" y="196004"/>
                  <a:pt x="167198" y="221030"/>
                  <a:pt x="158146" y="272682"/>
                </a:cubicBezTo>
                <a:cubicBezTo>
                  <a:pt x="156016" y="288124"/>
                  <a:pt x="149094" y="290254"/>
                  <a:pt x="137912" y="296111"/>
                </a:cubicBezTo>
                <a:cubicBezTo>
                  <a:pt x="125132" y="301436"/>
                  <a:pt x="113950" y="306228"/>
                  <a:pt x="102768" y="308358"/>
                </a:cubicBezTo>
                <a:cubicBezTo>
                  <a:pt x="98508" y="309423"/>
                  <a:pt x="92651" y="309423"/>
                  <a:pt x="88391" y="309423"/>
                </a:cubicBezTo>
                <a:cubicBezTo>
                  <a:pt x="85729" y="309423"/>
                  <a:pt x="83599" y="309423"/>
                  <a:pt x="81469" y="309423"/>
                </a:cubicBezTo>
                <a:cubicBezTo>
                  <a:pt x="75612" y="306228"/>
                  <a:pt x="69754" y="303566"/>
                  <a:pt x="65494" y="299306"/>
                </a:cubicBezTo>
                <a:cubicBezTo>
                  <a:pt x="29286" y="271617"/>
                  <a:pt x="10117" y="229550"/>
                  <a:pt x="18636" y="186952"/>
                </a:cubicBezTo>
                <a:cubicBezTo>
                  <a:pt x="28753" y="185354"/>
                  <a:pt x="40334" y="184156"/>
                  <a:pt x="52315" y="184090"/>
                </a:cubicBezTo>
                <a:close/>
                <a:moveTo>
                  <a:pt x="697548" y="95897"/>
                </a:moveTo>
                <a:cubicBezTo>
                  <a:pt x="698613" y="118261"/>
                  <a:pt x="698613" y="141690"/>
                  <a:pt x="698613" y="166717"/>
                </a:cubicBezTo>
                <a:cubicBezTo>
                  <a:pt x="703938" y="163522"/>
                  <a:pt x="708730" y="160859"/>
                  <a:pt x="712990" y="157665"/>
                </a:cubicBezTo>
                <a:cubicBezTo>
                  <a:pt x="717250" y="154470"/>
                  <a:pt x="721510" y="150210"/>
                  <a:pt x="727367" y="144353"/>
                </a:cubicBezTo>
                <a:cubicBezTo>
                  <a:pt x="727367" y="122521"/>
                  <a:pt x="723107" y="107079"/>
                  <a:pt x="712990" y="99092"/>
                </a:cubicBezTo>
                <a:cubicBezTo>
                  <a:pt x="708198" y="96962"/>
                  <a:pt x="703938" y="95897"/>
                  <a:pt x="697548" y="95897"/>
                </a:cubicBezTo>
                <a:close/>
                <a:moveTo>
                  <a:pt x="1785205" y="42774"/>
                </a:moveTo>
                <a:cubicBezTo>
                  <a:pt x="1804873" y="40852"/>
                  <a:pt x="1812561" y="45445"/>
                  <a:pt x="1825341" y="84183"/>
                </a:cubicBezTo>
                <a:cubicBezTo>
                  <a:pt x="1816289" y="113469"/>
                  <a:pt x="1785937" y="129444"/>
                  <a:pt x="1779015" y="158730"/>
                </a:cubicBezTo>
                <a:cubicBezTo>
                  <a:pt x="1800314" y="148613"/>
                  <a:pt x="1820548" y="141691"/>
                  <a:pt x="1835458" y="118262"/>
                </a:cubicBezTo>
                <a:cubicBezTo>
                  <a:pt x="1858887" y="111339"/>
                  <a:pt x="1892966" y="127314"/>
                  <a:pt x="1895628" y="150211"/>
                </a:cubicBezTo>
                <a:lnTo>
                  <a:pt x="1895628" y="158198"/>
                </a:lnTo>
                <a:cubicBezTo>
                  <a:pt x="1893498" y="168315"/>
                  <a:pt x="1887641" y="179497"/>
                  <a:pt x="1873264" y="191744"/>
                </a:cubicBezTo>
                <a:cubicBezTo>
                  <a:pt x="1795522" y="219433"/>
                  <a:pt x="1708728" y="253512"/>
                  <a:pt x="1646959" y="304097"/>
                </a:cubicBezTo>
                <a:cubicBezTo>
                  <a:pt x="1623530" y="332319"/>
                  <a:pt x="1600633" y="360540"/>
                  <a:pt x="1578269" y="388761"/>
                </a:cubicBezTo>
                <a:cubicBezTo>
                  <a:pt x="1564425" y="398879"/>
                  <a:pt x="1556438" y="404736"/>
                  <a:pt x="1552177" y="408996"/>
                </a:cubicBezTo>
                <a:cubicBezTo>
                  <a:pt x="1544190" y="418048"/>
                  <a:pt x="1543126" y="424438"/>
                  <a:pt x="1536203" y="450529"/>
                </a:cubicBezTo>
                <a:cubicBezTo>
                  <a:pt x="1540996" y="449464"/>
                  <a:pt x="1546320" y="448399"/>
                  <a:pt x="1552177" y="446269"/>
                </a:cubicBezTo>
                <a:cubicBezTo>
                  <a:pt x="1560165" y="443074"/>
                  <a:pt x="1569217" y="438815"/>
                  <a:pt x="1578269" y="432957"/>
                </a:cubicBezTo>
                <a:cubicBezTo>
                  <a:pt x="1645894" y="395684"/>
                  <a:pt x="1747066" y="322734"/>
                  <a:pt x="1765170" y="431892"/>
                </a:cubicBezTo>
                <a:cubicBezTo>
                  <a:pt x="1802444" y="468101"/>
                  <a:pt x="1780080" y="479283"/>
                  <a:pt x="1742807" y="521882"/>
                </a:cubicBezTo>
                <a:cubicBezTo>
                  <a:pt x="1680505" y="573533"/>
                  <a:pt x="1641102" y="655535"/>
                  <a:pt x="1578269" y="711978"/>
                </a:cubicBezTo>
                <a:cubicBezTo>
                  <a:pt x="1570282" y="719965"/>
                  <a:pt x="1561230" y="726355"/>
                  <a:pt x="1552177" y="732212"/>
                </a:cubicBezTo>
                <a:cubicBezTo>
                  <a:pt x="1552177" y="735407"/>
                  <a:pt x="1552177" y="740199"/>
                  <a:pt x="1552177" y="744459"/>
                </a:cubicBezTo>
                <a:cubicBezTo>
                  <a:pt x="1559100" y="744459"/>
                  <a:pt x="1568152" y="741797"/>
                  <a:pt x="1578269" y="737537"/>
                </a:cubicBezTo>
                <a:cubicBezTo>
                  <a:pt x="1624595" y="718900"/>
                  <a:pt x="1705533" y="668847"/>
                  <a:pt x="1734819" y="654470"/>
                </a:cubicBezTo>
                <a:cubicBezTo>
                  <a:pt x="1760378" y="662990"/>
                  <a:pt x="1767300" y="669912"/>
                  <a:pt x="1767300" y="708250"/>
                </a:cubicBezTo>
                <a:cubicBezTo>
                  <a:pt x="1722572" y="744459"/>
                  <a:pt x="1679440" y="774810"/>
                  <a:pt x="1648024" y="823266"/>
                </a:cubicBezTo>
                <a:cubicBezTo>
                  <a:pt x="1648024" y="866929"/>
                  <a:pt x="1683168" y="866929"/>
                  <a:pt x="1726832" y="893021"/>
                </a:cubicBezTo>
                <a:cubicBezTo>
                  <a:pt x="1753988" y="933489"/>
                  <a:pt x="1649089" y="994724"/>
                  <a:pt x="1578269" y="1037323"/>
                </a:cubicBezTo>
                <a:cubicBezTo>
                  <a:pt x="1569217" y="1043180"/>
                  <a:pt x="1560165" y="1048505"/>
                  <a:pt x="1552177" y="1054362"/>
                </a:cubicBezTo>
                <a:cubicBezTo>
                  <a:pt x="1542061" y="1060219"/>
                  <a:pt x="1534606" y="1066077"/>
                  <a:pt x="1528749" y="1070337"/>
                </a:cubicBezTo>
                <a:cubicBezTo>
                  <a:pt x="1524489" y="1079389"/>
                  <a:pt x="1524489" y="1079389"/>
                  <a:pt x="1518631" y="1185352"/>
                </a:cubicBezTo>
                <a:cubicBezTo>
                  <a:pt x="1518631" y="1217833"/>
                  <a:pt x="1520761" y="1250847"/>
                  <a:pt x="1521826" y="1284393"/>
                </a:cubicBezTo>
                <a:cubicBezTo>
                  <a:pt x="1521826" y="1296641"/>
                  <a:pt x="1512774" y="1310485"/>
                  <a:pt x="1499462" y="1313680"/>
                </a:cubicBezTo>
                <a:cubicBezTo>
                  <a:pt x="1444617" y="1265224"/>
                  <a:pt x="1447812" y="1175235"/>
                  <a:pt x="1437694" y="1117727"/>
                </a:cubicBezTo>
                <a:cubicBezTo>
                  <a:pt x="1387109" y="1109740"/>
                  <a:pt x="1384446" y="1111870"/>
                  <a:pt x="1380187" y="1071402"/>
                </a:cubicBezTo>
                <a:cubicBezTo>
                  <a:pt x="1410538" y="1064479"/>
                  <a:pt x="1410538" y="1064479"/>
                  <a:pt x="1437694" y="1051167"/>
                </a:cubicBezTo>
                <a:cubicBezTo>
                  <a:pt x="1451539" y="1021881"/>
                  <a:pt x="1442487" y="936152"/>
                  <a:pt x="1434500" y="916982"/>
                </a:cubicBezTo>
                <a:cubicBezTo>
                  <a:pt x="1383914" y="918047"/>
                  <a:pt x="1327471" y="990465"/>
                  <a:pt x="1285938" y="1011764"/>
                </a:cubicBezTo>
                <a:cubicBezTo>
                  <a:pt x="1239612" y="1064479"/>
                  <a:pt x="1219378" y="1061284"/>
                  <a:pt x="1167727" y="1035193"/>
                </a:cubicBezTo>
                <a:cubicBezTo>
                  <a:pt x="1168792" y="1030933"/>
                  <a:pt x="1169857" y="1027206"/>
                  <a:pt x="1169857" y="1024011"/>
                </a:cubicBezTo>
                <a:cubicBezTo>
                  <a:pt x="1220975" y="1004842"/>
                  <a:pt x="1411070" y="886631"/>
                  <a:pt x="1422253" y="824863"/>
                </a:cubicBezTo>
                <a:cubicBezTo>
                  <a:pt x="1408408" y="822733"/>
                  <a:pt x="1408408" y="822733"/>
                  <a:pt x="1397226" y="814746"/>
                </a:cubicBezTo>
                <a:cubicBezTo>
                  <a:pt x="1397226" y="810486"/>
                  <a:pt x="1397226" y="805694"/>
                  <a:pt x="1397226" y="802499"/>
                </a:cubicBezTo>
                <a:cubicBezTo>
                  <a:pt x="1406278" y="795045"/>
                  <a:pt x="1417460" y="787057"/>
                  <a:pt x="1427577" y="779070"/>
                </a:cubicBezTo>
                <a:cubicBezTo>
                  <a:pt x="1435565" y="760966"/>
                  <a:pt x="1443552" y="703458"/>
                  <a:pt x="1435565" y="692276"/>
                </a:cubicBezTo>
                <a:cubicBezTo>
                  <a:pt x="1378057" y="692276"/>
                  <a:pt x="1354628" y="803564"/>
                  <a:pt x="1289133" y="782265"/>
                </a:cubicBezTo>
                <a:cubicBezTo>
                  <a:pt x="1253989" y="803564"/>
                  <a:pt x="1192221" y="854150"/>
                  <a:pt x="1153883" y="833916"/>
                </a:cubicBezTo>
                <a:cubicBezTo>
                  <a:pt x="1153883" y="824863"/>
                  <a:pt x="1154948" y="816876"/>
                  <a:pt x="1156013" y="808889"/>
                </a:cubicBezTo>
                <a:cubicBezTo>
                  <a:pt x="1188494" y="793447"/>
                  <a:pt x="1216715" y="771615"/>
                  <a:pt x="1263041" y="748186"/>
                </a:cubicBezTo>
                <a:cubicBezTo>
                  <a:pt x="1285405" y="708783"/>
                  <a:pt x="1263041" y="666184"/>
                  <a:pt x="1306704" y="656067"/>
                </a:cubicBezTo>
                <a:cubicBezTo>
                  <a:pt x="1312562" y="662990"/>
                  <a:pt x="1316822" y="669379"/>
                  <a:pt x="1323744" y="676302"/>
                </a:cubicBezTo>
                <a:cubicBezTo>
                  <a:pt x="1436630" y="675237"/>
                  <a:pt x="1438759" y="507505"/>
                  <a:pt x="1440889" y="435620"/>
                </a:cubicBezTo>
                <a:cubicBezTo>
                  <a:pt x="1463254" y="394086"/>
                  <a:pt x="1518099" y="401009"/>
                  <a:pt x="1523956" y="343501"/>
                </a:cubicBezTo>
                <a:cubicBezTo>
                  <a:pt x="1433967" y="356280"/>
                  <a:pt x="1443019" y="445204"/>
                  <a:pt x="1376459" y="458516"/>
                </a:cubicBezTo>
                <a:cubicBezTo>
                  <a:pt x="1366342" y="454256"/>
                  <a:pt x="1357290" y="450529"/>
                  <a:pt x="1348238" y="446269"/>
                </a:cubicBezTo>
                <a:cubicBezTo>
                  <a:pt x="1270496" y="446269"/>
                  <a:pt x="1234287" y="529337"/>
                  <a:pt x="1161337" y="469698"/>
                </a:cubicBezTo>
                <a:cubicBezTo>
                  <a:pt x="1161337" y="466503"/>
                  <a:pt x="1161337" y="462776"/>
                  <a:pt x="1161337" y="459581"/>
                </a:cubicBezTo>
                <a:cubicBezTo>
                  <a:pt x="1269431" y="405801"/>
                  <a:pt x="1269431" y="405801"/>
                  <a:pt x="1337056" y="376514"/>
                </a:cubicBezTo>
                <a:cubicBezTo>
                  <a:pt x="1385511" y="333916"/>
                  <a:pt x="1353030" y="247122"/>
                  <a:pt x="1363147" y="194406"/>
                </a:cubicBezTo>
                <a:cubicBezTo>
                  <a:pt x="1417993" y="193341"/>
                  <a:pt x="1415863" y="282265"/>
                  <a:pt x="1453136" y="312617"/>
                </a:cubicBezTo>
                <a:cubicBezTo>
                  <a:pt x="1485617" y="299305"/>
                  <a:pt x="1518631" y="285460"/>
                  <a:pt x="1552177" y="273213"/>
                </a:cubicBezTo>
                <a:cubicBezTo>
                  <a:pt x="1561230" y="270018"/>
                  <a:pt x="1569217" y="266291"/>
                  <a:pt x="1578269" y="263096"/>
                </a:cubicBezTo>
                <a:cubicBezTo>
                  <a:pt x="1584126" y="260434"/>
                  <a:pt x="1590516" y="258304"/>
                  <a:pt x="1596374" y="256174"/>
                </a:cubicBezTo>
                <a:cubicBezTo>
                  <a:pt x="1649622" y="190147"/>
                  <a:pt x="1705533" y="112404"/>
                  <a:pt x="1760911" y="45844"/>
                </a:cubicBezTo>
                <a:cubicBezTo>
                  <a:pt x="1770762" y="44779"/>
                  <a:pt x="1778649" y="43415"/>
                  <a:pt x="1785205" y="42774"/>
                </a:cubicBezTo>
                <a:close/>
                <a:moveTo>
                  <a:pt x="677122" y="5334"/>
                </a:moveTo>
                <a:cubicBezTo>
                  <a:pt x="695418" y="7505"/>
                  <a:pt x="706600" y="24278"/>
                  <a:pt x="708198" y="55428"/>
                </a:cubicBezTo>
                <a:cubicBezTo>
                  <a:pt x="710328" y="55428"/>
                  <a:pt x="711393" y="55428"/>
                  <a:pt x="712458" y="55428"/>
                </a:cubicBezTo>
                <a:cubicBezTo>
                  <a:pt x="749731" y="57558"/>
                  <a:pt x="810434" y="104949"/>
                  <a:pt x="836526" y="143288"/>
                </a:cubicBezTo>
                <a:cubicBezTo>
                  <a:pt x="831733" y="191743"/>
                  <a:pt x="761978" y="242329"/>
                  <a:pt x="712458" y="269485"/>
                </a:cubicBezTo>
                <a:cubicBezTo>
                  <a:pt x="703406" y="273745"/>
                  <a:pt x="697016" y="277472"/>
                  <a:pt x="690094" y="280667"/>
                </a:cubicBezTo>
                <a:cubicBezTo>
                  <a:pt x="638443" y="327526"/>
                  <a:pt x="659742" y="366929"/>
                  <a:pt x="668794" y="420177"/>
                </a:cubicBezTo>
                <a:cubicBezTo>
                  <a:pt x="670924" y="428164"/>
                  <a:pt x="670924" y="429229"/>
                  <a:pt x="666664" y="435086"/>
                </a:cubicBezTo>
                <a:cubicBezTo>
                  <a:pt x="665599" y="437749"/>
                  <a:pt x="663470" y="439879"/>
                  <a:pt x="662405" y="440944"/>
                </a:cubicBezTo>
                <a:cubicBezTo>
                  <a:pt x="645898" y="465438"/>
                  <a:pt x="624599" y="494724"/>
                  <a:pt x="608624" y="524011"/>
                </a:cubicBezTo>
                <a:cubicBezTo>
                  <a:pt x="596377" y="546375"/>
                  <a:pt x="585195" y="569271"/>
                  <a:pt x="579338" y="591636"/>
                </a:cubicBezTo>
                <a:cubicBezTo>
                  <a:pt x="589455" y="584713"/>
                  <a:pt x="598507" y="577259"/>
                  <a:pt x="608624" y="570336"/>
                </a:cubicBezTo>
                <a:cubicBezTo>
                  <a:pt x="640573" y="545310"/>
                  <a:pt x="674119" y="521881"/>
                  <a:pt x="712458" y="512829"/>
                </a:cubicBezTo>
                <a:cubicBezTo>
                  <a:pt x="713523" y="511764"/>
                  <a:pt x="714588" y="511764"/>
                  <a:pt x="716718" y="511764"/>
                </a:cubicBezTo>
                <a:cubicBezTo>
                  <a:pt x="743874" y="531998"/>
                  <a:pt x="731627" y="555959"/>
                  <a:pt x="712458" y="579389"/>
                </a:cubicBezTo>
                <a:cubicBezTo>
                  <a:pt x="693288" y="603350"/>
                  <a:pt x="666664" y="626779"/>
                  <a:pt x="660807" y="645949"/>
                </a:cubicBezTo>
                <a:cubicBezTo>
                  <a:pt x="666132" y="664053"/>
                  <a:pt x="697548" y="660858"/>
                  <a:pt x="704471" y="713573"/>
                </a:cubicBezTo>
                <a:cubicBezTo>
                  <a:pt x="667729" y="863200"/>
                  <a:pt x="684236" y="1013360"/>
                  <a:pt x="710328" y="1175233"/>
                </a:cubicBezTo>
                <a:cubicBezTo>
                  <a:pt x="702341" y="1210910"/>
                  <a:pt x="652820" y="1217832"/>
                  <a:pt x="625663" y="1217832"/>
                </a:cubicBezTo>
                <a:cubicBezTo>
                  <a:pt x="619806" y="1213040"/>
                  <a:pt x="614481" y="1207715"/>
                  <a:pt x="608624" y="1200792"/>
                </a:cubicBezTo>
                <a:cubicBezTo>
                  <a:pt x="581468" y="1169376"/>
                  <a:pt x="558038" y="1116661"/>
                  <a:pt x="561233" y="1090569"/>
                </a:cubicBezTo>
                <a:cubicBezTo>
                  <a:pt x="592650" y="1103349"/>
                  <a:pt x="594247" y="1104414"/>
                  <a:pt x="608624" y="1105479"/>
                </a:cubicBezTo>
                <a:cubicBezTo>
                  <a:pt x="608624" y="1105479"/>
                  <a:pt x="609689" y="1105479"/>
                  <a:pt x="610754" y="1105479"/>
                </a:cubicBezTo>
                <a:cubicBezTo>
                  <a:pt x="620871" y="1076192"/>
                  <a:pt x="617676" y="1029866"/>
                  <a:pt x="608624" y="1008567"/>
                </a:cubicBezTo>
                <a:cubicBezTo>
                  <a:pt x="607559" y="1007502"/>
                  <a:pt x="606494" y="1006437"/>
                  <a:pt x="606494" y="1005372"/>
                </a:cubicBezTo>
                <a:cubicBezTo>
                  <a:pt x="572948" y="994190"/>
                  <a:pt x="567091" y="994190"/>
                  <a:pt x="555909" y="972891"/>
                </a:cubicBezTo>
                <a:cubicBezTo>
                  <a:pt x="551649" y="972891"/>
                  <a:pt x="546856" y="972891"/>
                  <a:pt x="543662" y="973956"/>
                </a:cubicBezTo>
                <a:cubicBezTo>
                  <a:pt x="534609" y="995255"/>
                  <a:pt x="531947" y="1026672"/>
                  <a:pt x="518635" y="1072997"/>
                </a:cubicBezTo>
                <a:cubicBezTo>
                  <a:pt x="514375" y="1104946"/>
                  <a:pt x="518635" y="1256703"/>
                  <a:pt x="449945" y="1246586"/>
                </a:cubicBezTo>
                <a:cubicBezTo>
                  <a:pt x="417464" y="1219429"/>
                  <a:pt x="420659" y="1221559"/>
                  <a:pt x="419594" y="1188013"/>
                </a:cubicBezTo>
                <a:cubicBezTo>
                  <a:pt x="441958" y="1074062"/>
                  <a:pt x="465387" y="975021"/>
                  <a:pt x="500531" y="866928"/>
                </a:cubicBezTo>
                <a:cubicBezTo>
                  <a:pt x="503726" y="815277"/>
                  <a:pt x="529817" y="776939"/>
                  <a:pt x="542064" y="734340"/>
                </a:cubicBezTo>
                <a:cubicBezTo>
                  <a:pt x="499998" y="734340"/>
                  <a:pt x="463257" y="778536"/>
                  <a:pt x="438230" y="730080"/>
                </a:cubicBezTo>
                <a:cubicBezTo>
                  <a:pt x="438230" y="723158"/>
                  <a:pt x="438230" y="716768"/>
                  <a:pt x="439296" y="709846"/>
                </a:cubicBezTo>
                <a:cubicBezTo>
                  <a:pt x="497868" y="644351"/>
                  <a:pt x="505855" y="583648"/>
                  <a:pt x="487751" y="504841"/>
                </a:cubicBezTo>
                <a:cubicBezTo>
                  <a:pt x="486686" y="498984"/>
                  <a:pt x="492543" y="492062"/>
                  <a:pt x="494673" y="487802"/>
                </a:cubicBezTo>
                <a:cubicBezTo>
                  <a:pt x="508518" y="462775"/>
                  <a:pt x="528752" y="433489"/>
                  <a:pt x="520765" y="410060"/>
                </a:cubicBezTo>
                <a:cubicBezTo>
                  <a:pt x="481361" y="410060"/>
                  <a:pt x="436633" y="468633"/>
                  <a:pt x="410542" y="492062"/>
                </a:cubicBezTo>
                <a:cubicBezTo>
                  <a:pt x="350904" y="535725"/>
                  <a:pt x="344514" y="545842"/>
                  <a:pt x="317358" y="562882"/>
                </a:cubicBezTo>
                <a:cubicBezTo>
                  <a:pt x="230563" y="587908"/>
                  <a:pt x="229498" y="586843"/>
                  <a:pt x="217251" y="666715"/>
                </a:cubicBezTo>
                <a:cubicBezTo>
                  <a:pt x="223109" y="787056"/>
                  <a:pt x="199147" y="934553"/>
                  <a:pt x="155484" y="1054893"/>
                </a:cubicBezTo>
                <a:cubicBezTo>
                  <a:pt x="148561" y="1096959"/>
                  <a:pt x="143237" y="1138492"/>
                  <a:pt x="136314" y="1180026"/>
                </a:cubicBezTo>
                <a:cubicBezTo>
                  <a:pt x="136314" y="1218897"/>
                  <a:pt x="147496" y="1292379"/>
                  <a:pt x="100106" y="1312613"/>
                </a:cubicBezTo>
                <a:cubicBezTo>
                  <a:pt x="95846" y="1309951"/>
                  <a:pt x="91054" y="1307821"/>
                  <a:pt x="87859" y="1305691"/>
                </a:cubicBezTo>
                <a:cubicBezTo>
                  <a:pt x="58572" y="1289717"/>
                  <a:pt x="38338" y="1276405"/>
                  <a:pt x="21299" y="1256170"/>
                </a:cubicBezTo>
                <a:cubicBezTo>
                  <a:pt x="9052" y="1192805"/>
                  <a:pt x="9052" y="1192805"/>
                  <a:pt x="1064" y="1121985"/>
                </a:cubicBezTo>
                <a:cubicBezTo>
                  <a:pt x="1064" y="1084179"/>
                  <a:pt x="2129" y="1045841"/>
                  <a:pt x="2129" y="1009632"/>
                </a:cubicBezTo>
                <a:cubicBezTo>
                  <a:pt x="4259" y="937215"/>
                  <a:pt x="5324" y="866395"/>
                  <a:pt x="6389" y="796640"/>
                </a:cubicBezTo>
                <a:cubicBezTo>
                  <a:pt x="5324" y="770549"/>
                  <a:pt x="5324" y="744990"/>
                  <a:pt x="4259" y="718898"/>
                </a:cubicBezTo>
                <a:cubicBezTo>
                  <a:pt x="2129" y="692807"/>
                  <a:pt x="0" y="666183"/>
                  <a:pt x="0" y="639026"/>
                </a:cubicBezTo>
                <a:lnTo>
                  <a:pt x="0" y="632104"/>
                </a:lnTo>
                <a:cubicBezTo>
                  <a:pt x="0" y="576726"/>
                  <a:pt x="12779" y="526141"/>
                  <a:pt x="65495" y="504841"/>
                </a:cubicBezTo>
                <a:cubicBezTo>
                  <a:pt x="76677" y="510166"/>
                  <a:pt x="82001" y="521881"/>
                  <a:pt x="87859" y="536258"/>
                </a:cubicBezTo>
                <a:cubicBezTo>
                  <a:pt x="95846" y="559687"/>
                  <a:pt x="100106" y="590038"/>
                  <a:pt x="116080" y="617195"/>
                </a:cubicBezTo>
                <a:cubicBezTo>
                  <a:pt x="177848" y="637429"/>
                  <a:pt x="144302" y="715171"/>
                  <a:pt x="144302" y="775874"/>
                </a:cubicBezTo>
                <a:cubicBezTo>
                  <a:pt x="157614" y="754574"/>
                  <a:pt x="162406" y="724223"/>
                  <a:pt x="165601" y="702924"/>
                </a:cubicBezTo>
                <a:cubicBezTo>
                  <a:pt x="173588" y="601220"/>
                  <a:pt x="165601" y="565544"/>
                  <a:pt x="223109" y="498984"/>
                </a:cubicBezTo>
                <a:cubicBezTo>
                  <a:pt x="258252" y="476087"/>
                  <a:pt x="313098" y="445736"/>
                  <a:pt x="339189" y="424437"/>
                </a:cubicBezTo>
                <a:cubicBezTo>
                  <a:pt x="521830" y="322733"/>
                  <a:pt x="521830" y="322733"/>
                  <a:pt x="536207" y="310486"/>
                </a:cubicBezTo>
                <a:cubicBezTo>
                  <a:pt x="577740" y="245524"/>
                  <a:pt x="584130" y="161924"/>
                  <a:pt x="609157" y="91105"/>
                </a:cubicBezTo>
                <a:cubicBezTo>
                  <a:pt x="619274" y="60753"/>
                  <a:pt x="634183" y="31467"/>
                  <a:pt x="656547" y="8038"/>
                </a:cubicBezTo>
                <a:cubicBezTo>
                  <a:pt x="664135" y="5509"/>
                  <a:pt x="671024" y="4610"/>
                  <a:pt x="677122" y="5334"/>
                </a:cubicBezTo>
                <a:close/>
                <a:moveTo>
                  <a:pt x="3645157" y="983"/>
                </a:moveTo>
                <a:cubicBezTo>
                  <a:pt x="3663860" y="4710"/>
                  <a:pt x="3686358" y="18421"/>
                  <a:pt x="3704994" y="31467"/>
                </a:cubicBezTo>
                <a:cubicBezTo>
                  <a:pt x="3740138" y="88975"/>
                  <a:pt x="3691682" y="112404"/>
                  <a:pt x="3640564" y="159795"/>
                </a:cubicBezTo>
                <a:cubicBezTo>
                  <a:pt x="3611278" y="197068"/>
                  <a:pt x="3580926" y="237537"/>
                  <a:pt x="3543652" y="268953"/>
                </a:cubicBezTo>
                <a:cubicBezTo>
                  <a:pt x="3543652" y="271083"/>
                  <a:pt x="3544718" y="275875"/>
                  <a:pt x="3544718" y="279070"/>
                </a:cubicBezTo>
                <a:cubicBezTo>
                  <a:pt x="3595303" y="289187"/>
                  <a:pt x="3619265" y="274810"/>
                  <a:pt x="3621394" y="334448"/>
                </a:cubicBezTo>
                <a:cubicBezTo>
                  <a:pt x="3606485" y="359475"/>
                  <a:pt x="3580926" y="382904"/>
                  <a:pt x="3587849" y="419112"/>
                </a:cubicBezTo>
                <a:cubicBezTo>
                  <a:pt x="3663460" y="393021"/>
                  <a:pt x="3731086" y="354682"/>
                  <a:pt x="3812022" y="414853"/>
                </a:cubicBezTo>
                <a:cubicBezTo>
                  <a:pt x="3812022" y="416450"/>
                  <a:pt x="3812022" y="419112"/>
                  <a:pt x="3812022" y="421242"/>
                </a:cubicBezTo>
                <a:lnTo>
                  <a:pt x="3812022" y="443606"/>
                </a:lnTo>
                <a:cubicBezTo>
                  <a:pt x="3804035" y="511232"/>
                  <a:pt x="3718306" y="538389"/>
                  <a:pt x="3680500" y="594299"/>
                </a:cubicBezTo>
                <a:cubicBezTo>
                  <a:pt x="3671448" y="598559"/>
                  <a:pt x="3662396" y="604416"/>
                  <a:pt x="3654409" y="611339"/>
                </a:cubicBezTo>
                <a:cubicBezTo>
                  <a:pt x="3631245" y="611871"/>
                  <a:pt x="3609547" y="617462"/>
                  <a:pt x="3588713" y="625782"/>
                </a:cubicBezTo>
                <a:lnTo>
                  <a:pt x="3528743" y="656327"/>
                </a:lnTo>
                <a:lnTo>
                  <a:pt x="3528743" y="539454"/>
                </a:lnTo>
                <a:lnTo>
                  <a:pt x="3528210" y="540085"/>
                </a:lnTo>
                <a:lnTo>
                  <a:pt x="3528210" y="539454"/>
                </a:lnTo>
                <a:cubicBezTo>
                  <a:pt x="3539393" y="525077"/>
                  <a:pt x="3549510" y="514427"/>
                  <a:pt x="3607018" y="543714"/>
                </a:cubicBezTo>
                <a:cubicBezTo>
                  <a:pt x="3662396" y="536791"/>
                  <a:pt x="3687954" y="488336"/>
                  <a:pt x="3715111" y="446801"/>
                </a:cubicBezTo>
                <a:cubicBezTo>
                  <a:pt x="3702864" y="404203"/>
                  <a:pt x="3566549" y="469165"/>
                  <a:pt x="3537263" y="475024"/>
                </a:cubicBezTo>
                <a:lnTo>
                  <a:pt x="3528743" y="483543"/>
                </a:lnTo>
                <a:lnTo>
                  <a:pt x="3528743" y="193873"/>
                </a:lnTo>
                <a:lnTo>
                  <a:pt x="3528210" y="194459"/>
                </a:lnTo>
                <a:lnTo>
                  <a:pt x="3528210" y="193873"/>
                </a:lnTo>
                <a:cubicBezTo>
                  <a:pt x="3574537" y="146483"/>
                  <a:pt x="3615005" y="96962"/>
                  <a:pt x="3608082" y="30402"/>
                </a:cubicBezTo>
                <a:cubicBezTo>
                  <a:pt x="3611543" y="3512"/>
                  <a:pt x="3626453" y="-2745"/>
                  <a:pt x="3645157" y="983"/>
                </a:cubicBezTo>
                <a:close/>
              </a:path>
            </a:pathLst>
          </a:custGeom>
          <a:solidFill>
            <a:srgbClr val="81308C"/>
          </a:solidFill>
          <a:ln w="0">
            <a:noFill/>
          </a:ln>
        </p:spPr>
      </p:sp>
      <p:sp>
        <p:nvSpPr>
          <p:cNvPr id="7" name="original-template-logo-1"/>
          <p:cNvSpPr>
            <a:spLocks noGrp="1"/>
          </p:cNvSpPr>
          <p:nvPr/>
        </p:nvSpPr>
        <p:spPr>
          <a:xfrm>
            <a:off x="10622756" y="764953"/>
            <a:ext cx="1272159" cy="128302"/>
          </a:xfrm>
          <a:custGeom>
            <a:avLst/>
            <a:gdLst/>
            <a:ahLst/>
            <a:cxnLst/>
            <a:pathLst>
              <a:path w="3817880" h="420659">
                <a:moveTo>
                  <a:pt x="2873364" y="329175"/>
                </a:moveTo>
                <a:lnTo>
                  <a:pt x="2873364" y="302019"/>
                </a:lnTo>
                <a:cubicBezTo>
                  <a:pt x="2879221" y="303084"/>
                  <a:pt x="2885611" y="304149"/>
                  <a:pt x="2893598" y="304149"/>
                </a:cubicBezTo>
                <a:cubicBezTo>
                  <a:pt x="2903715" y="304149"/>
                  <a:pt x="2914898" y="302019"/>
                  <a:pt x="2926080" y="298291"/>
                </a:cubicBezTo>
                <a:cubicBezTo>
                  <a:pt x="2937262" y="294031"/>
                  <a:pt x="2949509" y="287109"/>
                  <a:pt x="2962288" y="278057"/>
                </a:cubicBezTo>
                <a:lnTo>
                  <a:pt x="2962288" y="303084"/>
                </a:lnTo>
                <a:cubicBezTo>
                  <a:pt x="2950041" y="312136"/>
                  <a:pt x="2936197" y="317993"/>
                  <a:pt x="2921820" y="322253"/>
                </a:cubicBezTo>
                <a:cubicBezTo>
                  <a:pt x="2908508" y="326513"/>
                  <a:pt x="2893598" y="329175"/>
                  <a:pt x="2880286" y="329175"/>
                </a:cubicBezTo>
                <a:cubicBezTo>
                  <a:pt x="2877624" y="329175"/>
                  <a:pt x="2875494" y="329175"/>
                  <a:pt x="2873364" y="329175"/>
                </a:cubicBezTo>
                <a:lnTo>
                  <a:pt x="2873364" y="329175"/>
                </a:lnTo>
                <a:close/>
                <a:moveTo>
                  <a:pt x="2873364" y="209367"/>
                </a:moveTo>
                <a:lnTo>
                  <a:pt x="2873364" y="191263"/>
                </a:lnTo>
                <a:lnTo>
                  <a:pt x="2922885" y="191263"/>
                </a:lnTo>
                <a:lnTo>
                  <a:pt x="2922885" y="184341"/>
                </a:lnTo>
                <a:cubicBezTo>
                  <a:pt x="2922885" y="166236"/>
                  <a:pt x="2919690" y="152924"/>
                  <a:pt x="2911703" y="143872"/>
                </a:cubicBezTo>
                <a:cubicBezTo>
                  <a:pt x="2903715" y="133755"/>
                  <a:pt x="2892533" y="128963"/>
                  <a:pt x="2878156" y="128963"/>
                </a:cubicBezTo>
                <a:cubicBezTo>
                  <a:pt x="2876027" y="128963"/>
                  <a:pt x="2874962" y="128963"/>
                  <a:pt x="2873897" y="128963"/>
                </a:cubicBezTo>
                <a:lnTo>
                  <a:pt x="2873897" y="109794"/>
                </a:lnTo>
                <a:cubicBezTo>
                  <a:pt x="2877091" y="109794"/>
                  <a:pt x="2880819" y="108729"/>
                  <a:pt x="2884014" y="108729"/>
                </a:cubicBezTo>
                <a:cubicBezTo>
                  <a:pt x="2909040" y="108729"/>
                  <a:pt x="2927677" y="116716"/>
                  <a:pt x="2941522" y="132158"/>
                </a:cubicBezTo>
                <a:cubicBezTo>
                  <a:pt x="2956431" y="148132"/>
                  <a:pt x="2962821" y="169431"/>
                  <a:pt x="2962821" y="194990"/>
                </a:cubicBezTo>
                <a:cubicBezTo>
                  <a:pt x="2962821" y="198185"/>
                  <a:pt x="2962821" y="201912"/>
                  <a:pt x="2962821" y="202978"/>
                </a:cubicBezTo>
                <a:cubicBezTo>
                  <a:pt x="2962821" y="205107"/>
                  <a:pt x="2962821" y="207237"/>
                  <a:pt x="2962821" y="208835"/>
                </a:cubicBezTo>
                <a:lnTo>
                  <a:pt x="2873364" y="208835"/>
                </a:lnTo>
                <a:lnTo>
                  <a:pt x="2873364" y="209367"/>
                </a:lnTo>
                <a:close/>
                <a:moveTo>
                  <a:pt x="2994770" y="325448"/>
                </a:moveTo>
                <a:lnTo>
                  <a:pt x="2994770" y="309473"/>
                </a:lnTo>
                <a:lnTo>
                  <a:pt x="3017134" y="307343"/>
                </a:lnTo>
                <a:lnTo>
                  <a:pt x="3025121" y="299356"/>
                </a:lnTo>
                <a:lnTo>
                  <a:pt x="3025121" y="141742"/>
                </a:lnTo>
                <a:lnTo>
                  <a:pt x="2994770" y="141742"/>
                </a:lnTo>
                <a:lnTo>
                  <a:pt x="2994770" y="127365"/>
                </a:lnTo>
                <a:lnTo>
                  <a:pt x="3045355" y="112456"/>
                </a:lnTo>
                <a:lnTo>
                  <a:pt x="3062395" y="112456"/>
                </a:lnTo>
                <a:lnTo>
                  <a:pt x="3062395" y="152924"/>
                </a:lnTo>
                <a:cubicBezTo>
                  <a:pt x="3069317" y="146002"/>
                  <a:pt x="3077304" y="138015"/>
                  <a:pt x="3083694" y="131625"/>
                </a:cubicBezTo>
                <a:cubicBezTo>
                  <a:pt x="3091681" y="124703"/>
                  <a:pt x="3100733" y="116716"/>
                  <a:pt x="3108720" y="110326"/>
                </a:cubicBezTo>
                <a:cubicBezTo>
                  <a:pt x="3109785" y="110326"/>
                  <a:pt x="3111915" y="110326"/>
                  <a:pt x="3112980" y="110326"/>
                </a:cubicBezTo>
                <a:cubicBezTo>
                  <a:pt x="3114045" y="110326"/>
                  <a:pt x="3116175" y="109261"/>
                  <a:pt x="3119902" y="109261"/>
                </a:cubicBezTo>
                <a:cubicBezTo>
                  <a:pt x="3124162" y="109261"/>
                  <a:pt x="3128955" y="110326"/>
                  <a:pt x="3132149" y="111391"/>
                </a:cubicBezTo>
                <a:cubicBezTo>
                  <a:pt x="3136409" y="112456"/>
                  <a:pt x="3141202" y="113521"/>
                  <a:pt x="3145461" y="115651"/>
                </a:cubicBezTo>
                <a:lnTo>
                  <a:pt x="3145461" y="152924"/>
                </a:lnTo>
                <a:lnTo>
                  <a:pt x="3132149" y="152924"/>
                </a:lnTo>
                <a:cubicBezTo>
                  <a:pt x="3128955" y="149730"/>
                  <a:pt x="3125227" y="147067"/>
                  <a:pt x="3122032" y="144937"/>
                </a:cubicBezTo>
                <a:cubicBezTo>
                  <a:pt x="3118837" y="143872"/>
                  <a:pt x="3114045" y="142807"/>
                  <a:pt x="3109785" y="142807"/>
                </a:cubicBezTo>
                <a:cubicBezTo>
                  <a:pt x="3102863" y="142807"/>
                  <a:pt x="3094876" y="144937"/>
                  <a:pt x="3087421" y="150794"/>
                </a:cubicBezTo>
                <a:cubicBezTo>
                  <a:pt x="3079434" y="155054"/>
                  <a:pt x="3071446" y="163042"/>
                  <a:pt x="3062395" y="174223"/>
                </a:cubicBezTo>
                <a:lnTo>
                  <a:pt x="3062395" y="299356"/>
                </a:lnTo>
                <a:lnTo>
                  <a:pt x="3069317" y="307343"/>
                </a:lnTo>
                <a:lnTo>
                  <a:pt x="3099668" y="309473"/>
                </a:lnTo>
                <a:lnTo>
                  <a:pt x="3099668" y="325448"/>
                </a:lnTo>
                <a:lnTo>
                  <a:pt x="2994770" y="325448"/>
                </a:lnTo>
                <a:lnTo>
                  <a:pt x="2994770" y="325448"/>
                </a:lnTo>
                <a:close/>
                <a:moveTo>
                  <a:pt x="3299880" y="119378"/>
                </a:moveTo>
                <a:lnTo>
                  <a:pt x="3299880" y="168899"/>
                </a:lnTo>
                <a:lnTo>
                  <a:pt x="3277516" y="168899"/>
                </a:lnTo>
                <a:lnTo>
                  <a:pt x="3274322" y="138547"/>
                </a:lnTo>
                <a:cubicBezTo>
                  <a:pt x="3268464" y="135353"/>
                  <a:pt x="3263139" y="132690"/>
                  <a:pt x="3257282" y="130560"/>
                </a:cubicBezTo>
                <a:cubicBezTo>
                  <a:pt x="3253022" y="129495"/>
                  <a:pt x="3247165" y="128430"/>
                  <a:pt x="3241308" y="128430"/>
                </a:cubicBezTo>
                <a:cubicBezTo>
                  <a:pt x="3230126" y="128430"/>
                  <a:pt x="3221074" y="131625"/>
                  <a:pt x="3215216" y="137482"/>
                </a:cubicBezTo>
                <a:cubicBezTo>
                  <a:pt x="3208294" y="143340"/>
                  <a:pt x="3205099" y="149730"/>
                  <a:pt x="3205099" y="159847"/>
                </a:cubicBezTo>
                <a:cubicBezTo>
                  <a:pt x="3205099" y="168899"/>
                  <a:pt x="3207229" y="175821"/>
                  <a:pt x="3213086" y="181146"/>
                </a:cubicBezTo>
                <a:cubicBezTo>
                  <a:pt x="3218943" y="187003"/>
                  <a:pt x="3227463" y="192328"/>
                  <a:pt x="3242373" y="200315"/>
                </a:cubicBezTo>
                <a:cubicBezTo>
                  <a:pt x="3244502" y="201380"/>
                  <a:pt x="3248230" y="202445"/>
                  <a:pt x="3253555" y="204575"/>
                </a:cubicBezTo>
                <a:cubicBezTo>
                  <a:pt x="3269529" y="212562"/>
                  <a:pt x="3281776" y="218952"/>
                  <a:pt x="3288699" y="224809"/>
                </a:cubicBezTo>
                <a:cubicBezTo>
                  <a:pt x="3294556" y="229069"/>
                  <a:pt x="3298815" y="234926"/>
                  <a:pt x="3300946" y="241848"/>
                </a:cubicBezTo>
                <a:cubicBezTo>
                  <a:pt x="3304140" y="247706"/>
                  <a:pt x="3305205" y="255160"/>
                  <a:pt x="3305205" y="263148"/>
                </a:cubicBezTo>
                <a:cubicBezTo>
                  <a:pt x="3305205" y="283382"/>
                  <a:pt x="3298283" y="299356"/>
                  <a:pt x="3283906" y="311603"/>
                </a:cubicBezTo>
                <a:cubicBezTo>
                  <a:pt x="3269529" y="322785"/>
                  <a:pt x="3248763" y="328643"/>
                  <a:pt x="3223203" y="328643"/>
                </a:cubicBezTo>
                <a:cubicBezTo>
                  <a:pt x="3213086" y="328643"/>
                  <a:pt x="3202969" y="327578"/>
                  <a:pt x="3193917" y="326513"/>
                </a:cubicBezTo>
                <a:cubicBezTo>
                  <a:pt x="3183800" y="325448"/>
                  <a:pt x="3174748" y="323318"/>
                  <a:pt x="3166761" y="319591"/>
                </a:cubicBezTo>
                <a:lnTo>
                  <a:pt x="3166761" y="262083"/>
                </a:lnTo>
                <a:lnTo>
                  <a:pt x="3188060" y="262083"/>
                </a:lnTo>
                <a:lnTo>
                  <a:pt x="3192319" y="299356"/>
                </a:lnTo>
                <a:cubicBezTo>
                  <a:pt x="3199242" y="303616"/>
                  <a:pt x="3204566" y="306279"/>
                  <a:pt x="3211489" y="307343"/>
                </a:cubicBezTo>
                <a:cubicBezTo>
                  <a:pt x="3217346" y="309473"/>
                  <a:pt x="3223736" y="310538"/>
                  <a:pt x="3229593" y="310538"/>
                </a:cubicBezTo>
                <a:cubicBezTo>
                  <a:pt x="3241840" y="310538"/>
                  <a:pt x="3251957" y="307343"/>
                  <a:pt x="3259944" y="300421"/>
                </a:cubicBezTo>
                <a:cubicBezTo>
                  <a:pt x="3267932" y="293499"/>
                  <a:pt x="3271126" y="285512"/>
                  <a:pt x="3271126" y="274330"/>
                </a:cubicBezTo>
                <a:cubicBezTo>
                  <a:pt x="3271126" y="265278"/>
                  <a:pt x="3268997" y="258355"/>
                  <a:pt x="3263139" y="253031"/>
                </a:cubicBezTo>
                <a:cubicBezTo>
                  <a:pt x="3257282" y="247173"/>
                  <a:pt x="3246100" y="239719"/>
                  <a:pt x="3225866" y="230666"/>
                </a:cubicBezTo>
                <a:cubicBezTo>
                  <a:pt x="3204566" y="221614"/>
                  <a:pt x="3189657" y="211497"/>
                  <a:pt x="3182203" y="203510"/>
                </a:cubicBezTo>
                <a:cubicBezTo>
                  <a:pt x="3173150" y="194458"/>
                  <a:pt x="3169955" y="183276"/>
                  <a:pt x="3169955" y="171029"/>
                </a:cubicBezTo>
                <a:cubicBezTo>
                  <a:pt x="3169955" y="151859"/>
                  <a:pt x="3176878" y="135885"/>
                  <a:pt x="3190190" y="125768"/>
                </a:cubicBezTo>
                <a:cubicBezTo>
                  <a:pt x="3203502" y="114586"/>
                  <a:pt x="3222671" y="108729"/>
                  <a:pt x="3247698" y="108729"/>
                </a:cubicBezTo>
                <a:cubicBezTo>
                  <a:pt x="3257814" y="108729"/>
                  <a:pt x="3266867" y="109794"/>
                  <a:pt x="3274854" y="111923"/>
                </a:cubicBezTo>
                <a:cubicBezTo>
                  <a:pt x="3283906" y="114053"/>
                  <a:pt x="3291893" y="116183"/>
                  <a:pt x="3299880" y="119378"/>
                </a:cubicBezTo>
                <a:lnTo>
                  <a:pt x="3299880" y="119378"/>
                </a:lnTo>
                <a:close/>
                <a:moveTo>
                  <a:pt x="3389870" y="112988"/>
                </a:moveTo>
                <a:lnTo>
                  <a:pt x="3406909" y="112988"/>
                </a:lnTo>
                <a:lnTo>
                  <a:pt x="3406909" y="299889"/>
                </a:lnTo>
                <a:lnTo>
                  <a:pt x="3413831" y="307876"/>
                </a:lnTo>
                <a:lnTo>
                  <a:pt x="3437261" y="310006"/>
                </a:lnTo>
                <a:lnTo>
                  <a:pt x="3437261" y="325980"/>
                </a:lnTo>
                <a:lnTo>
                  <a:pt x="3339284" y="325980"/>
                </a:lnTo>
                <a:lnTo>
                  <a:pt x="3339284" y="310006"/>
                </a:lnTo>
                <a:lnTo>
                  <a:pt x="3361648" y="307876"/>
                </a:lnTo>
                <a:lnTo>
                  <a:pt x="3369635" y="299889"/>
                </a:lnTo>
                <a:lnTo>
                  <a:pt x="3369635" y="142275"/>
                </a:lnTo>
                <a:lnTo>
                  <a:pt x="3339284" y="142275"/>
                </a:lnTo>
                <a:lnTo>
                  <a:pt x="3339284" y="127365"/>
                </a:lnTo>
                <a:lnTo>
                  <a:pt x="3389870" y="112988"/>
                </a:lnTo>
                <a:lnTo>
                  <a:pt x="3389870" y="112988"/>
                </a:lnTo>
                <a:close/>
                <a:moveTo>
                  <a:pt x="3390934" y="15012"/>
                </a:moveTo>
                <a:cubicBezTo>
                  <a:pt x="3398922" y="15012"/>
                  <a:pt x="3404246" y="17142"/>
                  <a:pt x="3409039" y="22999"/>
                </a:cubicBezTo>
                <a:cubicBezTo>
                  <a:pt x="3414896" y="27259"/>
                  <a:pt x="3417026" y="33116"/>
                  <a:pt x="3417026" y="41104"/>
                </a:cubicBezTo>
                <a:cubicBezTo>
                  <a:pt x="3417026" y="48026"/>
                  <a:pt x="3414896" y="53351"/>
                  <a:pt x="3409039" y="58143"/>
                </a:cubicBezTo>
                <a:cubicBezTo>
                  <a:pt x="3404779" y="64000"/>
                  <a:pt x="3398922" y="66130"/>
                  <a:pt x="3390934" y="66130"/>
                </a:cubicBezTo>
                <a:cubicBezTo>
                  <a:pt x="3384013" y="66130"/>
                  <a:pt x="3378688" y="64000"/>
                  <a:pt x="3372830" y="58143"/>
                </a:cubicBezTo>
                <a:cubicBezTo>
                  <a:pt x="3368571" y="53883"/>
                  <a:pt x="3365908" y="48026"/>
                  <a:pt x="3365908" y="41104"/>
                </a:cubicBezTo>
                <a:cubicBezTo>
                  <a:pt x="3365908" y="33116"/>
                  <a:pt x="3368038" y="27792"/>
                  <a:pt x="3372830" y="22999"/>
                </a:cubicBezTo>
                <a:cubicBezTo>
                  <a:pt x="3378688" y="17142"/>
                  <a:pt x="3384545" y="15012"/>
                  <a:pt x="3390934" y="15012"/>
                </a:cubicBezTo>
                <a:lnTo>
                  <a:pt x="3390934" y="15012"/>
                </a:lnTo>
                <a:close/>
                <a:moveTo>
                  <a:pt x="3484651" y="140677"/>
                </a:moveTo>
                <a:lnTo>
                  <a:pt x="3457494" y="140677"/>
                </a:lnTo>
                <a:lnTo>
                  <a:pt x="3457494" y="127365"/>
                </a:lnTo>
                <a:lnTo>
                  <a:pt x="3485716" y="114053"/>
                </a:lnTo>
                <a:lnTo>
                  <a:pt x="3504885" y="73585"/>
                </a:lnTo>
                <a:lnTo>
                  <a:pt x="3521924" y="73585"/>
                </a:lnTo>
                <a:lnTo>
                  <a:pt x="3521924" y="120975"/>
                </a:lnTo>
                <a:lnTo>
                  <a:pt x="3588484" y="120975"/>
                </a:lnTo>
                <a:lnTo>
                  <a:pt x="3588484" y="141210"/>
                </a:lnTo>
                <a:lnTo>
                  <a:pt x="3521924" y="141210"/>
                </a:lnTo>
                <a:lnTo>
                  <a:pt x="3521924" y="256225"/>
                </a:lnTo>
                <a:cubicBezTo>
                  <a:pt x="3521924" y="275395"/>
                  <a:pt x="3524054" y="288707"/>
                  <a:pt x="3529912" y="294564"/>
                </a:cubicBezTo>
                <a:cubicBezTo>
                  <a:pt x="3534172" y="301486"/>
                  <a:pt x="3544821" y="304681"/>
                  <a:pt x="3558133" y="304681"/>
                </a:cubicBezTo>
                <a:cubicBezTo>
                  <a:pt x="3562393" y="304681"/>
                  <a:pt x="3567185" y="304681"/>
                  <a:pt x="3573043" y="303616"/>
                </a:cubicBezTo>
                <a:cubicBezTo>
                  <a:pt x="3577302" y="303616"/>
                  <a:pt x="3583160" y="302551"/>
                  <a:pt x="3589017" y="301486"/>
                </a:cubicBezTo>
                <a:lnTo>
                  <a:pt x="3589017" y="317461"/>
                </a:lnTo>
                <a:cubicBezTo>
                  <a:pt x="3578900" y="320655"/>
                  <a:pt x="3568783" y="323318"/>
                  <a:pt x="3559731" y="325448"/>
                </a:cubicBezTo>
                <a:cubicBezTo>
                  <a:pt x="3549614" y="326513"/>
                  <a:pt x="3540561" y="327578"/>
                  <a:pt x="3531509" y="327578"/>
                </a:cubicBezTo>
                <a:cubicBezTo>
                  <a:pt x="3514470" y="327578"/>
                  <a:pt x="3502223" y="324383"/>
                  <a:pt x="3495300" y="317461"/>
                </a:cubicBezTo>
                <a:cubicBezTo>
                  <a:pt x="3488378" y="311603"/>
                  <a:pt x="3485184" y="299356"/>
                  <a:pt x="3485184" y="282317"/>
                </a:cubicBezTo>
                <a:lnTo>
                  <a:pt x="3485184" y="140677"/>
                </a:lnTo>
                <a:lnTo>
                  <a:pt x="3484651" y="140677"/>
                </a:lnTo>
                <a:close/>
                <a:moveTo>
                  <a:pt x="3592744" y="114053"/>
                </a:moveTo>
                <a:lnTo>
                  <a:pt x="3687526" y="114053"/>
                </a:lnTo>
                <a:lnTo>
                  <a:pt x="3687526" y="131093"/>
                </a:lnTo>
                <a:lnTo>
                  <a:pt x="3665162" y="132158"/>
                </a:lnTo>
                <a:lnTo>
                  <a:pt x="3659304" y="140145"/>
                </a:lnTo>
                <a:lnTo>
                  <a:pt x="3712020" y="276460"/>
                </a:lnTo>
                <a:lnTo>
                  <a:pt x="3765800" y="140145"/>
                </a:lnTo>
                <a:lnTo>
                  <a:pt x="3762606" y="132158"/>
                </a:lnTo>
                <a:lnTo>
                  <a:pt x="3739176" y="131093"/>
                </a:lnTo>
                <a:lnTo>
                  <a:pt x="3739176" y="114053"/>
                </a:lnTo>
                <a:lnTo>
                  <a:pt x="3817984" y="114053"/>
                </a:lnTo>
                <a:lnTo>
                  <a:pt x="3817984" y="131093"/>
                </a:lnTo>
                <a:lnTo>
                  <a:pt x="3791892" y="134287"/>
                </a:lnTo>
                <a:lnTo>
                  <a:pt x="3704033" y="347279"/>
                </a:lnTo>
                <a:cubicBezTo>
                  <a:pt x="3692851" y="373371"/>
                  <a:pt x="3682734" y="392540"/>
                  <a:pt x="3671552" y="403722"/>
                </a:cubicBezTo>
                <a:cubicBezTo>
                  <a:pt x="3660369" y="414904"/>
                  <a:pt x="3648122" y="420762"/>
                  <a:pt x="3634278" y="420762"/>
                </a:cubicBezTo>
                <a:cubicBezTo>
                  <a:pt x="3625226" y="420762"/>
                  <a:pt x="3617238" y="418632"/>
                  <a:pt x="3611914" y="413839"/>
                </a:cubicBezTo>
                <a:cubicBezTo>
                  <a:pt x="3606056" y="409580"/>
                  <a:pt x="3603926" y="403722"/>
                  <a:pt x="3603926" y="396800"/>
                </a:cubicBezTo>
                <a:cubicBezTo>
                  <a:pt x="3603926" y="392540"/>
                  <a:pt x="3604992" y="387748"/>
                  <a:pt x="3606056" y="384553"/>
                </a:cubicBezTo>
                <a:cubicBezTo>
                  <a:pt x="3608186" y="380293"/>
                  <a:pt x="3611914" y="376566"/>
                  <a:pt x="3615108" y="373371"/>
                </a:cubicBezTo>
                <a:lnTo>
                  <a:pt x="3656642" y="389345"/>
                </a:lnTo>
                <a:cubicBezTo>
                  <a:pt x="3663564" y="382423"/>
                  <a:pt x="3669954" y="373371"/>
                  <a:pt x="3675811" y="362189"/>
                </a:cubicBezTo>
                <a:cubicBezTo>
                  <a:pt x="3681668" y="351007"/>
                  <a:pt x="3686993" y="338760"/>
                  <a:pt x="3692851" y="323850"/>
                </a:cubicBezTo>
                <a:lnTo>
                  <a:pt x="3618304" y="133755"/>
                </a:lnTo>
                <a:lnTo>
                  <a:pt x="3592212" y="131625"/>
                </a:lnTo>
                <a:lnTo>
                  <a:pt x="3592212" y="114053"/>
                </a:lnTo>
                <a:close/>
                <a:moveTo>
                  <a:pt x="2548019" y="114053"/>
                </a:moveTo>
                <a:lnTo>
                  <a:pt x="2643865" y="114053"/>
                </a:lnTo>
                <a:lnTo>
                  <a:pt x="2643865" y="131093"/>
                </a:lnTo>
                <a:lnTo>
                  <a:pt x="2620436" y="132158"/>
                </a:lnTo>
                <a:lnTo>
                  <a:pt x="2616176" y="140145"/>
                </a:lnTo>
                <a:lnTo>
                  <a:pt x="2666762" y="283382"/>
                </a:lnTo>
                <a:lnTo>
                  <a:pt x="2723205" y="140145"/>
                </a:lnTo>
                <a:lnTo>
                  <a:pt x="2720010" y="132158"/>
                </a:lnTo>
                <a:lnTo>
                  <a:pt x="2696581" y="131093"/>
                </a:lnTo>
                <a:lnTo>
                  <a:pt x="2696581" y="114053"/>
                </a:lnTo>
                <a:lnTo>
                  <a:pt x="2773258" y="114053"/>
                </a:lnTo>
                <a:lnTo>
                  <a:pt x="2773258" y="131093"/>
                </a:lnTo>
                <a:lnTo>
                  <a:pt x="2748231" y="134287"/>
                </a:lnTo>
                <a:lnTo>
                  <a:pt x="2671554" y="325448"/>
                </a:lnTo>
                <a:lnTo>
                  <a:pt x="2646528" y="325448"/>
                </a:lnTo>
                <a:lnTo>
                  <a:pt x="2575708" y="132690"/>
                </a:lnTo>
                <a:lnTo>
                  <a:pt x="2548552" y="130560"/>
                </a:lnTo>
                <a:lnTo>
                  <a:pt x="2548552" y="114053"/>
                </a:lnTo>
                <a:lnTo>
                  <a:pt x="2548019" y="114053"/>
                </a:lnTo>
                <a:close/>
                <a:moveTo>
                  <a:pt x="2873364" y="110326"/>
                </a:moveTo>
                <a:lnTo>
                  <a:pt x="2873364" y="129495"/>
                </a:lnTo>
                <a:cubicBezTo>
                  <a:pt x="2860052" y="130560"/>
                  <a:pt x="2849935" y="137482"/>
                  <a:pt x="2839818" y="147599"/>
                </a:cubicBezTo>
                <a:cubicBezTo>
                  <a:pt x="2829701" y="158782"/>
                  <a:pt x="2823843" y="173691"/>
                  <a:pt x="2822779" y="191263"/>
                </a:cubicBezTo>
                <a:lnTo>
                  <a:pt x="2873364" y="191263"/>
                </a:lnTo>
                <a:lnTo>
                  <a:pt x="2873364" y="209367"/>
                </a:lnTo>
                <a:lnTo>
                  <a:pt x="2820649" y="209367"/>
                </a:lnTo>
                <a:lnTo>
                  <a:pt x="2820649" y="215224"/>
                </a:lnTo>
                <a:cubicBezTo>
                  <a:pt x="2820649" y="242381"/>
                  <a:pt x="2827571" y="263680"/>
                  <a:pt x="2839818" y="280719"/>
                </a:cubicBezTo>
                <a:cubicBezTo>
                  <a:pt x="2848870" y="290837"/>
                  <a:pt x="2860052" y="298824"/>
                  <a:pt x="2873364" y="302019"/>
                </a:cubicBezTo>
                <a:lnTo>
                  <a:pt x="2873364" y="329175"/>
                </a:lnTo>
                <a:cubicBezTo>
                  <a:pt x="2847273" y="328110"/>
                  <a:pt x="2825973" y="317993"/>
                  <a:pt x="2808934" y="299889"/>
                </a:cubicBezTo>
                <a:cubicBezTo>
                  <a:pt x="2790830" y="279655"/>
                  <a:pt x="2781778" y="253563"/>
                  <a:pt x="2781778" y="221082"/>
                </a:cubicBezTo>
                <a:cubicBezTo>
                  <a:pt x="2781778" y="188600"/>
                  <a:pt x="2791895" y="162509"/>
                  <a:pt x="2809999" y="141210"/>
                </a:cubicBezTo>
                <a:cubicBezTo>
                  <a:pt x="2827038" y="123106"/>
                  <a:pt x="2847273" y="112988"/>
                  <a:pt x="2873364" y="110326"/>
                </a:cubicBezTo>
                <a:lnTo>
                  <a:pt x="2873364" y="110326"/>
                </a:lnTo>
                <a:close/>
                <a:moveTo>
                  <a:pt x="1632686" y="323318"/>
                </a:moveTo>
                <a:lnTo>
                  <a:pt x="1632686" y="304149"/>
                </a:lnTo>
                <a:cubicBezTo>
                  <a:pt x="1636946" y="303084"/>
                  <a:pt x="1641738" y="302019"/>
                  <a:pt x="1647063" y="299889"/>
                </a:cubicBezTo>
                <a:cubicBezTo>
                  <a:pt x="1656115" y="296694"/>
                  <a:pt x="1666232" y="291902"/>
                  <a:pt x="1677414" y="285512"/>
                </a:cubicBezTo>
                <a:lnTo>
                  <a:pt x="1677414" y="207237"/>
                </a:lnTo>
                <a:cubicBezTo>
                  <a:pt x="1659310" y="213095"/>
                  <a:pt x="1644933" y="217354"/>
                  <a:pt x="1632153" y="222147"/>
                </a:cubicBezTo>
                <a:lnTo>
                  <a:pt x="1632153" y="204042"/>
                </a:lnTo>
                <a:cubicBezTo>
                  <a:pt x="1645465" y="200847"/>
                  <a:pt x="1660375" y="196055"/>
                  <a:pt x="1677414" y="192860"/>
                </a:cubicBezTo>
                <a:lnTo>
                  <a:pt x="1677414" y="178483"/>
                </a:lnTo>
                <a:cubicBezTo>
                  <a:pt x="1677414" y="160379"/>
                  <a:pt x="1674219" y="148132"/>
                  <a:pt x="1668362" y="140145"/>
                </a:cubicBezTo>
                <a:cubicBezTo>
                  <a:pt x="1662505" y="133223"/>
                  <a:pt x="1651323" y="130028"/>
                  <a:pt x="1636946" y="130028"/>
                </a:cubicBezTo>
                <a:cubicBezTo>
                  <a:pt x="1635881" y="130028"/>
                  <a:pt x="1633751" y="130028"/>
                  <a:pt x="1632686" y="130028"/>
                </a:cubicBezTo>
                <a:lnTo>
                  <a:pt x="1632686" y="110858"/>
                </a:lnTo>
                <a:cubicBezTo>
                  <a:pt x="1638543" y="110858"/>
                  <a:pt x="1642803" y="109794"/>
                  <a:pt x="1648660" y="109794"/>
                </a:cubicBezTo>
                <a:cubicBezTo>
                  <a:pt x="1672089" y="109794"/>
                  <a:pt x="1688064" y="115651"/>
                  <a:pt x="1699246" y="125768"/>
                </a:cubicBezTo>
                <a:cubicBezTo>
                  <a:pt x="1709363" y="135885"/>
                  <a:pt x="1715220" y="151859"/>
                  <a:pt x="1715220" y="174223"/>
                </a:cubicBezTo>
                <a:lnTo>
                  <a:pt x="1715220" y="300421"/>
                </a:lnTo>
                <a:lnTo>
                  <a:pt x="1722143" y="308408"/>
                </a:lnTo>
                <a:lnTo>
                  <a:pt x="1745572" y="310538"/>
                </a:lnTo>
                <a:lnTo>
                  <a:pt x="1745572" y="326513"/>
                </a:lnTo>
                <a:lnTo>
                  <a:pt x="1683804" y="326513"/>
                </a:lnTo>
                <a:lnTo>
                  <a:pt x="1677947" y="300421"/>
                </a:lnTo>
                <a:cubicBezTo>
                  <a:pt x="1663570" y="310538"/>
                  <a:pt x="1650790" y="317461"/>
                  <a:pt x="1638543" y="321720"/>
                </a:cubicBezTo>
                <a:cubicBezTo>
                  <a:pt x="1636946" y="322253"/>
                  <a:pt x="1634816" y="322253"/>
                  <a:pt x="1632686" y="323318"/>
                </a:cubicBezTo>
                <a:lnTo>
                  <a:pt x="1632686" y="323318"/>
                </a:lnTo>
                <a:close/>
                <a:moveTo>
                  <a:pt x="2494771" y="15012"/>
                </a:moveTo>
                <a:cubicBezTo>
                  <a:pt x="2502758" y="15012"/>
                  <a:pt x="2508083" y="17142"/>
                  <a:pt x="2512875" y="22999"/>
                </a:cubicBezTo>
                <a:cubicBezTo>
                  <a:pt x="2518732" y="27259"/>
                  <a:pt x="2520862" y="33116"/>
                  <a:pt x="2520862" y="41104"/>
                </a:cubicBezTo>
                <a:cubicBezTo>
                  <a:pt x="2520862" y="48026"/>
                  <a:pt x="2518732" y="53351"/>
                  <a:pt x="2512875" y="58143"/>
                </a:cubicBezTo>
                <a:cubicBezTo>
                  <a:pt x="2508616" y="64000"/>
                  <a:pt x="2502758" y="66130"/>
                  <a:pt x="2494771" y="66130"/>
                </a:cubicBezTo>
                <a:cubicBezTo>
                  <a:pt x="2487849" y="66130"/>
                  <a:pt x="2482524" y="64000"/>
                  <a:pt x="2477731" y="58143"/>
                </a:cubicBezTo>
                <a:cubicBezTo>
                  <a:pt x="2471874" y="53883"/>
                  <a:pt x="2469744" y="48026"/>
                  <a:pt x="2469744" y="41104"/>
                </a:cubicBezTo>
                <a:cubicBezTo>
                  <a:pt x="2469744" y="33116"/>
                  <a:pt x="2471874" y="27792"/>
                  <a:pt x="2477731" y="22999"/>
                </a:cubicBezTo>
                <a:cubicBezTo>
                  <a:pt x="2482524" y="17142"/>
                  <a:pt x="2488381" y="15012"/>
                  <a:pt x="2494771" y="15012"/>
                </a:cubicBezTo>
                <a:lnTo>
                  <a:pt x="2494771" y="15012"/>
                </a:lnTo>
                <a:close/>
                <a:moveTo>
                  <a:pt x="2493706" y="112988"/>
                </a:moveTo>
                <a:lnTo>
                  <a:pt x="2510745" y="112988"/>
                </a:lnTo>
                <a:lnTo>
                  <a:pt x="2510745" y="299889"/>
                </a:lnTo>
                <a:lnTo>
                  <a:pt x="2518732" y="307876"/>
                </a:lnTo>
                <a:lnTo>
                  <a:pt x="2542162" y="310006"/>
                </a:lnTo>
                <a:lnTo>
                  <a:pt x="2542162" y="325980"/>
                </a:lnTo>
                <a:lnTo>
                  <a:pt x="2443120" y="325980"/>
                </a:lnTo>
                <a:lnTo>
                  <a:pt x="2443120" y="310006"/>
                </a:lnTo>
                <a:lnTo>
                  <a:pt x="2466549" y="307876"/>
                </a:lnTo>
                <a:lnTo>
                  <a:pt x="2473472" y="299889"/>
                </a:lnTo>
                <a:lnTo>
                  <a:pt x="2473472" y="142275"/>
                </a:lnTo>
                <a:lnTo>
                  <a:pt x="2443120" y="142275"/>
                </a:lnTo>
                <a:lnTo>
                  <a:pt x="2443120" y="127365"/>
                </a:lnTo>
                <a:lnTo>
                  <a:pt x="2493706" y="112988"/>
                </a:lnTo>
                <a:lnTo>
                  <a:pt x="2493706" y="112988"/>
                </a:lnTo>
                <a:close/>
                <a:moveTo>
                  <a:pt x="2191790" y="325448"/>
                </a:moveTo>
                <a:lnTo>
                  <a:pt x="2191790" y="309473"/>
                </a:lnTo>
                <a:lnTo>
                  <a:pt x="2215219" y="307343"/>
                </a:lnTo>
                <a:lnTo>
                  <a:pt x="2223206" y="299356"/>
                </a:lnTo>
                <a:lnTo>
                  <a:pt x="2223206" y="141742"/>
                </a:lnTo>
                <a:lnTo>
                  <a:pt x="2191790" y="141742"/>
                </a:lnTo>
                <a:lnTo>
                  <a:pt x="2191790" y="127365"/>
                </a:lnTo>
                <a:lnTo>
                  <a:pt x="2242376" y="112456"/>
                </a:lnTo>
                <a:lnTo>
                  <a:pt x="2259415" y="112456"/>
                </a:lnTo>
                <a:lnTo>
                  <a:pt x="2259415" y="135885"/>
                </a:lnTo>
                <a:cubicBezTo>
                  <a:pt x="2277519" y="125768"/>
                  <a:pt x="2290831" y="118846"/>
                  <a:pt x="2302013" y="115651"/>
                </a:cubicBezTo>
                <a:cubicBezTo>
                  <a:pt x="2312130" y="111391"/>
                  <a:pt x="2321183" y="108729"/>
                  <a:pt x="2330235" y="108729"/>
                </a:cubicBezTo>
                <a:cubicBezTo>
                  <a:pt x="2349404" y="108729"/>
                  <a:pt x="2363781" y="115651"/>
                  <a:pt x="2373898" y="126833"/>
                </a:cubicBezTo>
                <a:cubicBezTo>
                  <a:pt x="2384015" y="138015"/>
                  <a:pt x="2388275" y="155054"/>
                  <a:pt x="2388275" y="176354"/>
                </a:cubicBezTo>
                <a:lnTo>
                  <a:pt x="2388275" y="298824"/>
                </a:lnTo>
                <a:lnTo>
                  <a:pt x="2396262" y="306811"/>
                </a:lnTo>
                <a:lnTo>
                  <a:pt x="2419691" y="308941"/>
                </a:lnTo>
                <a:lnTo>
                  <a:pt x="2419691" y="324915"/>
                </a:lnTo>
                <a:lnTo>
                  <a:pt x="2323845" y="324915"/>
                </a:lnTo>
                <a:lnTo>
                  <a:pt x="2323845" y="308941"/>
                </a:lnTo>
                <a:lnTo>
                  <a:pt x="2344079" y="306811"/>
                </a:lnTo>
                <a:lnTo>
                  <a:pt x="2352066" y="298824"/>
                </a:lnTo>
                <a:lnTo>
                  <a:pt x="2352066" y="182743"/>
                </a:lnTo>
                <a:cubicBezTo>
                  <a:pt x="2352066" y="166769"/>
                  <a:pt x="2348872" y="155587"/>
                  <a:pt x="2341949" y="147599"/>
                </a:cubicBezTo>
                <a:cubicBezTo>
                  <a:pt x="2335027" y="140677"/>
                  <a:pt x="2323845" y="137482"/>
                  <a:pt x="2308403" y="137482"/>
                </a:cubicBezTo>
                <a:cubicBezTo>
                  <a:pt x="2300416" y="137482"/>
                  <a:pt x="2294026" y="138547"/>
                  <a:pt x="2284974" y="140677"/>
                </a:cubicBezTo>
                <a:cubicBezTo>
                  <a:pt x="2276987" y="143872"/>
                  <a:pt x="2267935" y="147599"/>
                  <a:pt x="2258882" y="151859"/>
                </a:cubicBezTo>
                <a:lnTo>
                  <a:pt x="2258882" y="298291"/>
                </a:lnTo>
                <a:lnTo>
                  <a:pt x="2266870" y="306279"/>
                </a:lnTo>
                <a:lnTo>
                  <a:pt x="2287104" y="308408"/>
                </a:lnTo>
                <a:lnTo>
                  <a:pt x="2287104" y="324383"/>
                </a:lnTo>
                <a:lnTo>
                  <a:pt x="2191790" y="324383"/>
                </a:lnTo>
                <a:lnTo>
                  <a:pt x="2191790" y="325448"/>
                </a:lnTo>
                <a:close/>
                <a:moveTo>
                  <a:pt x="1885614" y="31519"/>
                </a:moveTo>
                <a:lnTo>
                  <a:pt x="1992642" y="31519"/>
                </a:lnTo>
                <a:lnTo>
                  <a:pt x="1992642" y="48558"/>
                </a:lnTo>
                <a:lnTo>
                  <a:pt x="1965486" y="50688"/>
                </a:lnTo>
                <a:lnTo>
                  <a:pt x="1958563" y="57610"/>
                </a:lnTo>
                <a:lnTo>
                  <a:pt x="1958563" y="216289"/>
                </a:lnTo>
                <a:cubicBezTo>
                  <a:pt x="1958563" y="246641"/>
                  <a:pt x="1964421" y="269005"/>
                  <a:pt x="1976668" y="282849"/>
                </a:cubicBezTo>
                <a:cubicBezTo>
                  <a:pt x="1988915" y="296161"/>
                  <a:pt x="2009149" y="303084"/>
                  <a:pt x="2036306" y="303084"/>
                </a:cubicBezTo>
                <a:cubicBezTo>
                  <a:pt x="2063462" y="303084"/>
                  <a:pt x="2083696" y="296161"/>
                  <a:pt x="2095944" y="282849"/>
                </a:cubicBezTo>
                <a:cubicBezTo>
                  <a:pt x="2108191" y="268472"/>
                  <a:pt x="2114048" y="246641"/>
                  <a:pt x="2114048" y="216289"/>
                </a:cubicBezTo>
                <a:lnTo>
                  <a:pt x="2114048" y="60805"/>
                </a:lnTo>
                <a:lnTo>
                  <a:pt x="2106061" y="52818"/>
                </a:lnTo>
                <a:lnTo>
                  <a:pt x="2078904" y="48558"/>
                </a:lnTo>
                <a:lnTo>
                  <a:pt x="2078904" y="31519"/>
                </a:lnTo>
                <a:lnTo>
                  <a:pt x="2172088" y="31519"/>
                </a:lnTo>
                <a:lnTo>
                  <a:pt x="2172088" y="48558"/>
                </a:lnTo>
                <a:lnTo>
                  <a:pt x="2144932" y="52818"/>
                </a:lnTo>
                <a:lnTo>
                  <a:pt x="2136944" y="60805"/>
                </a:lnTo>
                <a:lnTo>
                  <a:pt x="2136944" y="219484"/>
                </a:lnTo>
                <a:cubicBezTo>
                  <a:pt x="2136944" y="240783"/>
                  <a:pt x="2135880" y="256758"/>
                  <a:pt x="2132685" y="267940"/>
                </a:cubicBezTo>
                <a:cubicBezTo>
                  <a:pt x="2130555" y="279122"/>
                  <a:pt x="2124697" y="288174"/>
                  <a:pt x="2118308" y="297226"/>
                </a:cubicBezTo>
                <a:cubicBezTo>
                  <a:pt x="2109256" y="307343"/>
                  <a:pt x="2098073" y="315331"/>
                  <a:pt x="2081034" y="320655"/>
                </a:cubicBezTo>
                <a:cubicBezTo>
                  <a:pt x="2065059" y="327578"/>
                  <a:pt x="2047488" y="329708"/>
                  <a:pt x="2028319" y="329708"/>
                </a:cubicBezTo>
                <a:cubicBezTo>
                  <a:pt x="2008084" y="329708"/>
                  <a:pt x="1989980" y="327578"/>
                  <a:pt x="1974538" y="320655"/>
                </a:cubicBezTo>
                <a:cubicBezTo>
                  <a:pt x="1958563" y="314798"/>
                  <a:pt x="1946317" y="307343"/>
                  <a:pt x="1937264" y="297226"/>
                </a:cubicBezTo>
                <a:cubicBezTo>
                  <a:pt x="1930342" y="288174"/>
                  <a:pt x="1925017" y="279122"/>
                  <a:pt x="1922888" y="267940"/>
                </a:cubicBezTo>
                <a:cubicBezTo>
                  <a:pt x="1919693" y="256758"/>
                  <a:pt x="1918627" y="240783"/>
                  <a:pt x="1918627" y="219484"/>
                </a:cubicBezTo>
                <a:lnTo>
                  <a:pt x="1918627" y="57610"/>
                </a:lnTo>
                <a:lnTo>
                  <a:pt x="1910640" y="50688"/>
                </a:lnTo>
                <a:lnTo>
                  <a:pt x="1885614" y="48558"/>
                </a:lnTo>
                <a:lnTo>
                  <a:pt x="1885614" y="31519"/>
                </a:lnTo>
                <a:close/>
                <a:moveTo>
                  <a:pt x="1632686" y="110326"/>
                </a:moveTo>
                <a:lnTo>
                  <a:pt x="1632686" y="129495"/>
                </a:lnTo>
                <a:cubicBezTo>
                  <a:pt x="1629491" y="129495"/>
                  <a:pt x="1624699" y="130560"/>
                  <a:pt x="1621504" y="130560"/>
                </a:cubicBezTo>
                <a:cubicBezTo>
                  <a:pt x="1615647" y="131625"/>
                  <a:pt x="1610322" y="133755"/>
                  <a:pt x="1604464" y="136418"/>
                </a:cubicBezTo>
                <a:lnTo>
                  <a:pt x="1604464" y="173691"/>
                </a:lnTo>
                <a:lnTo>
                  <a:pt x="1574113" y="173691"/>
                </a:lnTo>
                <a:cubicBezTo>
                  <a:pt x="1568256" y="173691"/>
                  <a:pt x="1565061" y="172626"/>
                  <a:pt x="1562931" y="170496"/>
                </a:cubicBezTo>
                <a:cubicBezTo>
                  <a:pt x="1560801" y="168366"/>
                  <a:pt x="1560801" y="164639"/>
                  <a:pt x="1560801" y="160379"/>
                </a:cubicBezTo>
                <a:cubicBezTo>
                  <a:pt x="1560801" y="145470"/>
                  <a:pt x="1568788" y="133223"/>
                  <a:pt x="1584230" y="124170"/>
                </a:cubicBezTo>
                <a:cubicBezTo>
                  <a:pt x="1597542" y="116183"/>
                  <a:pt x="1613517" y="111923"/>
                  <a:pt x="1632686" y="110326"/>
                </a:cubicBezTo>
                <a:lnTo>
                  <a:pt x="1632686" y="110326"/>
                </a:lnTo>
                <a:close/>
                <a:moveTo>
                  <a:pt x="1632686" y="204042"/>
                </a:moveTo>
                <a:lnTo>
                  <a:pt x="1632686" y="222147"/>
                </a:lnTo>
                <a:cubicBezTo>
                  <a:pt x="1620439" y="226407"/>
                  <a:pt x="1611387" y="231199"/>
                  <a:pt x="1605529" y="235459"/>
                </a:cubicBezTo>
                <a:cubicBezTo>
                  <a:pt x="1594347" y="244511"/>
                  <a:pt x="1587425" y="254628"/>
                  <a:pt x="1587425" y="269005"/>
                </a:cubicBezTo>
                <a:cubicBezTo>
                  <a:pt x="1587425" y="279122"/>
                  <a:pt x="1590620" y="288174"/>
                  <a:pt x="1597542" y="295096"/>
                </a:cubicBezTo>
                <a:cubicBezTo>
                  <a:pt x="1603400" y="302019"/>
                  <a:pt x="1611919" y="304149"/>
                  <a:pt x="1623634" y="304149"/>
                </a:cubicBezTo>
                <a:cubicBezTo>
                  <a:pt x="1625764" y="304149"/>
                  <a:pt x="1629491" y="304149"/>
                  <a:pt x="1632686" y="304149"/>
                </a:cubicBezTo>
                <a:lnTo>
                  <a:pt x="1632686" y="323318"/>
                </a:lnTo>
                <a:cubicBezTo>
                  <a:pt x="1623634" y="326513"/>
                  <a:pt x="1614582" y="327578"/>
                  <a:pt x="1605529" y="327578"/>
                </a:cubicBezTo>
                <a:cubicBezTo>
                  <a:pt x="1588490" y="327578"/>
                  <a:pt x="1575178" y="323318"/>
                  <a:pt x="1565061" y="313201"/>
                </a:cubicBezTo>
                <a:cubicBezTo>
                  <a:pt x="1554944" y="303084"/>
                  <a:pt x="1549087" y="288174"/>
                  <a:pt x="1549087" y="272732"/>
                </a:cubicBezTo>
                <a:cubicBezTo>
                  <a:pt x="1549087" y="253563"/>
                  <a:pt x="1557074" y="239186"/>
                  <a:pt x="1572516" y="227471"/>
                </a:cubicBezTo>
                <a:cubicBezTo>
                  <a:pt x="1583165" y="221082"/>
                  <a:pt x="1603400" y="213095"/>
                  <a:pt x="1632686" y="204042"/>
                </a:cubicBezTo>
                <a:lnTo>
                  <a:pt x="1632686" y="204042"/>
                </a:lnTo>
                <a:close/>
                <a:moveTo>
                  <a:pt x="913306" y="420229"/>
                </a:moveTo>
                <a:lnTo>
                  <a:pt x="913306" y="401060"/>
                </a:lnTo>
                <a:cubicBezTo>
                  <a:pt x="914371" y="401060"/>
                  <a:pt x="916501" y="401060"/>
                  <a:pt x="917565" y="401060"/>
                </a:cubicBezTo>
                <a:cubicBezTo>
                  <a:pt x="936735" y="401060"/>
                  <a:pt x="951112" y="396800"/>
                  <a:pt x="963891" y="387748"/>
                </a:cubicBezTo>
                <a:cubicBezTo>
                  <a:pt x="976138" y="378696"/>
                  <a:pt x="983061" y="367514"/>
                  <a:pt x="983061" y="354202"/>
                </a:cubicBezTo>
                <a:cubicBezTo>
                  <a:pt x="983061" y="345150"/>
                  <a:pt x="980931" y="337162"/>
                  <a:pt x="975073" y="332903"/>
                </a:cubicBezTo>
                <a:cubicBezTo>
                  <a:pt x="969216" y="328643"/>
                  <a:pt x="956969" y="323850"/>
                  <a:pt x="937800" y="320655"/>
                </a:cubicBezTo>
                <a:lnTo>
                  <a:pt x="912773" y="316396"/>
                </a:lnTo>
                <a:lnTo>
                  <a:pt x="912773" y="284979"/>
                </a:lnTo>
                <a:lnTo>
                  <a:pt x="940995" y="289239"/>
                </a:lnTo>
                <a:cubicBezTo>
                  <a:pt x="968151" y="293499"/>
                  <a:pt x="987320" y="300421"/>
                  <a:pt x="998502" y="308408"/>
                </a:cubicBezTo>
                <a:cubicBezTo>
                  <a:pt x="1009685" y="316396"/>
                  <a:pt x="1015542" y="328643"/>
                  <a:pt x="1015542" y="343552"/>
                </a:cubicBezTo>
                <a:cubicBezTo>
                  <a:pt x="1015542" y="352604"/>
                  <a:pt x="1013412" y="360591"/>
                  <a:pt x="1008620" y="369644"/>
                </a:cubicBezTo>
                <a:cubicBezTo>
                  <a:pt x="1002762" y="378696"/>
                  <a:pt x="997437" y="386683"/>
                  <a:pt x="988385" y="393073"/>
                </a:cubicBezTo>
                <a:cubicBezTo>
                  <a:pt x="977203" y="402125"/>
                  <a:pt x="963359" y="409047"/>
                  <a:pt x="948982" y="414372"/>
                </a:cubicBezTo>
                <a:cubicBezTo>
                  <a:pt x="937800" y="416502"/>
                  <a:pt x="925552" y="419164"/>
                  <a:pt x="913306" y="420229"/>
                </a:cubicBezTo>
                <a:lnTo>
                  <a:pt x="913306" y="420229"/>
                </a:lnTo>
                <a:close/>
                <a:moveTo>
                  <a:pt x="913306" y="252498"/>
                </a:moveTo>
                <a:lnTo>
                  <a:pt x="913306" y="234394"/>
                </a:lnTo>
                <a:lnTo>
                  <a:pt x="913306" y="234394"/>
                </a:lnTo>
                <a:cubicBezTo>
                  <a:pt x="925552" y="234394"/>
                  <a:pt x="936735" y="230134"/>
                  <a:pt x="944722" y="219484"/>
                </a:cubicBezTo>
                <a:cubicBezTo>
                  <a:pt x="952709" y="210432"/>
                  <a:pt x="955904" y="197120"/>
                  <a:pt x="955904" y="181146"/>
                </a:cubicBezTo>
                <a:cubicBezTo>
                  <a:pt x="955904" y="164106"/>
                  <a:pt x="952709" y="151859"/>
                  <a:pt x="944722" y="141742"/>
                </a:cubicBezTo>
                <a:cubicBezTo>
                  <a:pt x="936735" y="131625"/>
                  <a:pt x="926618" y="127365"/>
                  <a:pt x="913306" y="127365"/>
                </a:cubicBezTo>
                <a:lnTo>
                  <a:pt x="913306" y="127365"/>
                </a:lnTo>
                <a:lnTo>
                  <a:pt x="913306" y="110326"/>
                </a:lnTo>
                <a:cubicBezTo>
                  <a:pt x="914371" y="109261"/>
                  <a:pt x="916501" y="109261"/>
                  <a:pt x="917565" y="109261"/>
                </a:cubicBezTo>
                <a:cubicBezTo>
                  <a:pt x="925552" y="109261"/>
                  <a:pt x="934605" y="110326"/>
                  <a:pt x="942592" y="112456"/>
                </a:cubicBezTo>
                <a:cubicBezTo>
                  <a:pt x="950579" y="114586"/>
                  <a:pt x="959631" y="118313"/>
                  <a:pt x="967619" y="122573"/>
                </a:cubicBezTo>
                <a:lnTo>
                  <a:pt x="1030451" y="122573"/>
                </a:lnTo>
                <a:lnTo>
                  <a:pt x="1030451" y="142807"/>
                </a:lnTo>
                <a:lnTo>
                  <a:pt x="981996" y="142807"/>
                </a:lnTo>
                <a:cubicBezTo>
                  <a:pt x="986255" y="148665"/>
                  <a:pt x="988918" y="155054"/>
                  <a:pt x="991048" y="161976"/>
                </a:cubicBezTo>
                <a:cubicBezTo>
                  <a:pt x="993178" y="168899"/>
                  <a:pt x="994243" y="175288"/>
                  <a:pt x="994243" y="183276"/>
                </a:cubicBezTo>
                <a:cubicBezTo>
                  <a:pt x="994243" y="203510"/>
                  <a:pt x="986255" y="219484"/>
                  <a:pt x="970813" y="232796"/>
                </a:cubicBezTo>
                <a:cubicBezTo>
                  <a:pt x="955904" y="245576"/>
                  <a:pt x="936735" y="251433"/>
                  <a:pt x="913306" y="252498"/>
                </a:cubicBezTo>
                <a:lnTo>
                  <a:pt x="913306" y="252498"/>
                </a:lnTo>
                <a:close/>
                <a:moveTo>
                  <a:pt x="1344082" y="109261"/>
                </a:moveTo>
                <a:lnTo>
                  <a:pt x="1361121" y="109261"/>
                </a:lnTo>
                <a:lnTo>
                  <a:pt x="1361121" y="254628"/>
                </a:lnTo>
                <a:cubicBezTo>
                  <a:pt x="1361121" y="271667"/>
                  <a:pt x="1364316" y="282849"/>
                  <a:pt x="1371238" y="290837"/>
                </a:cubicBezTo>
                <a:cubicBezTo>
                  <a:pt x="1378160" y="297759"/>
                  <a:pt x="1388278" y="302019"/>
                  <a:pt x="1402655" y="302019"/>
                </a:cubicBezTo>
                <a:cubicBezTo>
                  <a:pt x="1410642" y="302019"/>
                  <a:pt x="1419694" y="300954"/>
                  <a:pt x="1427681" y="298824"/>
                </a:cubicBezTo>
                <a:cubicBezTo>
                  <a:pt x="1436733" y="296694"/>
                  <a:pt x="1444720" y="292967"/>
                  <a:pt x="1453773" y="288707"/>
                </a:cubicBezTo>
                <a:lnTo>
                  <a:pt x="1453773" y="140145"/>
                </a:lnTo>
                <a:lnTo>
                  <a:pt x="1422889" y="140145"/>
                </a:lnTo>
                <a:lnTo>
                  <a:pt x="1422889" y="126833"/>
                </a:lnTo>
                <a:lnTo>
                  <a:pt x="1473474" y="109794"/>
                </a:lnTo>
                <a:lnTo>
                  <a:pt x="1490514" y="109794"/>
                </a:lnTo>
                <a:lnTo>
                  <a:pt x="1490514" y="299889"/>
                </a:lnTo>
                <a:lnTo>
                  <a:pt x="1498501" y="307876"/>
                </a:lnTo>
                <a:lnTo>
                  <a:pt x="1518735" y="310006"/>
                </a:lnTo>
                <a:lnTo>
                  <a:pt x="1518735" y="325980"/>
                </a:lnTo>
                <a:lnTo>
                  <a:pt x="1453240" y="325980"/>
                </a:lnTo>
                <a:lnTo>
                  <a:pt x="1453240" y="300954"/>
                </a:lnTo>
                <a:cubicBezTo>
                  <a:pt x="1439928" y="311071"/>
                  <a:pt x="1427149" y="317993"/>
                  <a:pt x="1415967" y="322253"/>
                </a:cubicBezTo>
                <a:cubicBezTo>
                  <a:pt x="1403720" y="326513"/>
                  <a:pt x="1393602" y="329175"/>
                  <a:pt x="1382421" y="329175"/>
                </a:cubicBezTo>
                <a:cubicBezTo>
                  <a:pt x="1363251" y="329175"/>
                  <a:pt x="1349939" y="323318"/>
                  <a:pt x="1339822" y="312136"/>
                </a:cubicBezTo>
                <a:cubicBezTo>
                  <a:pt x="1329705" y="300954"/>
                  <a:pt x="1323848" y="283914"/>
                  <a:pt x="1323848" y="262615"/>
                </a:cubicBezTo>
                <a:lnTo>
                  <a:pt x="1323848" y="140145"/>
                </a:lnTo>
                <a:lnTo>
                  <a:pt x="1292431" y="140145"/>
                </a:lnTo>
                <a:lnTo>
                  <a:pt x="1292431" y="126833"/>
                </a:lnTo>
                <a:lnTo>
                  <a:pt x="1344082" y="109261"/>
                </a:lnTo>
                <a:lnTo>
                  <a:pt x="1344082" y="109261"/>
                </a:lnTo>
                <a:close/>
                <a:moveTo>
                  <a:pt x="1096479" y="2233"/>
                </a:moveTo>
                <a:lnTo>
                  <a:pt x="1113518" y="2233"/>
                </a:lnTo>
                <a:lnTo>
                  <a:pt x="1113518" y="136418"/>
                </a:lnTo>
                <a:cubicBezTo>
                  <a:pt x="1130557" y="126300"/>
                  <a:pt x="1143869" y="119378"/>
                  <a:pt x="1155052" y="116183"/>
                </a:cubicBezTo>
                <a:cubicBezTo>
                  <a:pt x="1166233" y="111923"/>
                  <a:pt x="1175286" y="109261"/>
                  <a:pt x="1184338" y="109261"/>
                </a:cubicBezTo>
                <a:cubicBezTo>
                  <a:pt x="1203507" y="109261"/>
                  <a:pt x="1217884" y="116183"/>
                  <a:pt x="1228001" y="127365"/>
                </a:cubicBezTo>
                <a:cubicBezTo>
                  <a:pt x="1238118" y="138547"/>
                  <a:pt x="1242911" y="155587"/>
                  <a:pt x="1242911" y="176886"/>
                </a:cubicBezTo>
                <a:lnTo>
                  <a:pt x="1242911" y="299356"/>
                </a:lnTo>
                <a:lnTo>
                  <a:pt x="1250898" y="307343"/>
                </a:lnTo>
                <a:lnTo>
                  <a:pt x="1273262" y="309473"/>
                </a:lnTo>
                <a:lnTo>
                  <a:pt x="1273262" y="325448"/>
                </a:lnTo>
                <a:lnTo>
                  <a:pt x="1178480" y="325448"/>
                </a:lnTo>
                <a:lnTo>
                  <a:pt x="1178480" y="309473"/>
                </a:lnTo>
                <a:lnTo>
                  <a:pt x="1198715" y="307343"/>
                </a:lnTo>
                <a:lnTo>
                  <a:pt x="1205637" y="299356"/>
                </a:lnTo>
                <a:lnTo>
                  <a:pt x="1205637" y="183276"/>
                </a:lnTo>
                <a:cubicBezTo>
                  <a:pt x="1205637" y="167301"/>
                  <a:pt x="1202442" y="155054"/>
                  <a:pt x="1195520" y="148132"/>
                </a:cubicBezTo>
                <a:cubicBezTo>
                  <a:pt x="1188598" y="141210"/>
                  <a:pt x="1177416" y="138015"/>
                  <a:pt x="1161974" y="138015"/>
                </a:cubicBezTo>
                <a:cubicBezTo>
                  <a:pt x="1155052" y="138015"/>
                  <a:pt x="1147597" y="139080"/>
                  <a:pt x="1139610" y="141210"/>
                </a:cubicBezTo>
                <a:cubicBezTo>
                  <a:pt x="1131622" y="144405"/>
                  <a:pt x="1122570" y="148132"/>
                  <a:pt x="1113518" y="152392"/>
                </a:cubicBezTo>
                <a:lnTo>
                  <a:pt x="1113518" y="298824"/>
                </a:lnTo>
                <a:lnTo>
                  <a:pt x="1121505" y="306811"/>
                </a:lnTo>
                <a:lnTo>
                  <a:pt x="1141740" y="308941"/>
                </a:lnTo>
                <a:lnTo>
                  <a:pt x="1141740" y="324915"/>
                </a:lnTo>
                <a:lnTo>
                  <a:pt x="1045893" y="324915"/>
                </a:lnTo>
                <a:lnTo>
                  <a:pt x="1045893" y="308941"/>
                </a:lnTo>
                <a:lnTo>
                  <a:pt x="1069322" y="306811"/>
                </a:lnTo>
                <a:lnTo>
                  <a:pt x="1076245" y="298824"/>
                </a:lnTo>
                <a:lnTo>
                  <a:pt x="1076245" y="31519"/>
                </a:lnTo>
                <a:lnTo>
                  <a:pt x="1042698" y="31519"/>
                </a:lnTo>
                <a:lnTo>
                  <a:pt x="1042698" y="18207"/>
                </a:lnTo>
                <a:lnTo>
                  <a:pt x="1096479" y="2233"/>
                </a:lnTo>
                <a:close/>
                <a:moveTo>
                  <a:pt x="913306" y="110326"/>
                </a:moveTo>
                <a:lnTo>
                  <a:pt x="913306" y="127365"/>
                </a:lnTo>
                <a:cubicBezTo>
                  <a:pt x="899994" y="127365"/>
                  <a:pt x="889877" y="131625"/>
                  <a:pt x="881889" y="141742"/>
                </a:cubicBezTo>
                <a:cubicBezTo>
                  <a:pt x="873902" y="150794"/>
                  <a:pt x="870707" y="164106"/>
                  <a:pt x="870707" y="181146"/>
                </a:cubicBezTo>
                <a:cubicBezTo>
                  <a:pt x="870707" y="197120"/>
                  <a:pt x="873902" y="210432"/>
                  <a:pt x="882954" y="219484"/>
                </a:cubicBezTo>
                <a:cubicBezTo>
                  <a:pt x="890941" y="229601"/>
                  <a:pt x="901059" y="234394"/>
                  <a:pt x="913306" y="234394"/>
                </a:cubicBezTo>
                <a:lnTo>
                  <a:pt x="913306" y="252498"/>
                </a:lnTo>
                <a:cubicBezTo>
                  <a:pt x="912240" y="252498"/>
                  <a:pt x="911176" y="252498"/>
                  <a:pt x="910111" y="252498"/>
                </a:cubicBezTo>
                <a:lnTo>
                  <a:pt x="903189" y="252498"/>
                </a:lnTo>
                <a:cubicBezTo>
                  <a:pt x="901059" y="255693"/>
                  <a:pt x="899994" y="258355"/>
                  <a:pt x="898929" y="261550"/>
                </a:cubicBezTo>
                <a:cubicBezTo>
                  <a:pt x="898929" y="264745"/>
                  <a:pt x="897864" y="268472"/>
                  <a:pt x="897864" y="271667"/>
                </a:cubicBezTo>
                <a:cubicBezTo>
                  <a:pt x="897864" y="272732"/>
                  <a:pt x="898929" y="274862"/>
                  <a:pt x="898929" y="278590"/>
                </a:cubicBezTo>
                <a:cubicBezTo>
                  <a:pt x="898929" y="280719"/>
                  <a:pt x="898929" y="281784"/>
                  <a:pt x="898929" y="281784"/>
                </a:cubicBezTo>
                <a:lnTo>
                  <a:pt x="913838" y="283914"/>
                </a:lnTo>
                <a:lnTo>
                  <a:pt x="913838" y="315331"/>
                </a:lnTo>
                <a:lnTo>
                  <a:pt x="896799" y="312136"/>
                </a:lnTo>
                <a:cubicBezTo>
                  <a:pt x="884552" y="315331"/>
                  <a:pt x="875500" y="321188"/>
                  <a:pt x="868577" y="329175"/>
                </a:cubicBezTo>
                <a:cubicBezTo>
                  <a:pt x="861655" y="337162"/>
                  <a:pt x="858460" y="345150"/>
                  <a:pt x="858460" y="355267"/>
                </a:cubicBezTo>
                <a:cubicBezTo>
                  <a:pt x="858460" y="368579"/>
                  <a:pt x="864317" y="378696"/>
                  <a:pt x="875500" y="387748"/>
                </a:cubicBezTo>
                <a:cubicBezTo>
                  <a:pt x="885617" y="395735"/>
                  <a:pt x="897864" y="399995"/>
                  <a:pt x="913838" y="401060"/>
                </a:cubicBezTo>
                <a:lnTo>
                  <a:pt x="913838" y="420229"/>
                </a:lnTo>
                <a:cubicBezTo>
                  <a:pt x="910643" y="420229"/>
                  <a:pt x="906916" y="420229"/>
                  <a:pt x="902656" y="420229"/>
                </a:cubicBezTo>
                <a:cubicBezTo>
                  <a:pt x="877629" y="420229"/>
                  <a:pt x="858993" y="415969"/>
                  <a:pt x="845148" y="405852"/>
                </a:cubicBezTo>
                <a:cubicBezTo>
                  <a:pt x="830771" y="395735"/>
                  <a:pt x="823849" y="382423"/>
                  <a:pt x="823849" y="364319"/>
                </a:cubicBezTo>
                <a:cubicBezTo>
                  <a:pt x="823849" y="351007"/>
                  <a:pt x="828109" y="338227"/>
                  <a:pt x="836096" y="329175"/>
                </a:cubicBezTo>
                <a:cubicBezTo>
                  <a:pt x="845148" y="319058"/>
                  <a:pt x="856330" y="312136"/>
                  <a:pt x="871240" y="310006"/>
                </a:cubicBezTo>
                <a:cubicBezTo>
                  <a:pt x="870175" y="306811"/>
                  <a:pt x="869110" y="303084"/>
                  <a:pt x="868045" y="299889"/>
                </a:cubicBezTo>
                <a:cubicBezTo>
                  <a:pt x="866980" y="296694"/>
                  <a:pt x="866980" y="292967"/>
                  <a:pt x="866980" y="289772"/>
                </a:cubicBezTo>
                <a:cubicBezTo>
                  <a:pt x="866980" y="285512"/>
                  <a:pt x="869110" y="278590"/>
                  <a:pt x="872837" y="271667"/>
                </a:cubicBezTo>
                <a:cubicBezTo>
                  <a:pt x="876032" y="264745"/>
                  <a:pt x="880824" y="257290"/>
                  <a:pt x="888812" y="249303"/>
                </a:cubicBezTo>
                <a:cubicBezTo>
                  <a:pt x="871772" y="245043"/>
                  <a:pt x="858460" y="237056"/>
                  <a:pt x="848343" y="225874"/>
                </a:cubicBezTo>
                <a:cubicBezTo>
                  <a:pt x="839291" y="213627"/>
                  <a:pt x="833966" y="199783"/>
                  <a:pt x="833966" y="183276"/>
                </a:cubicBezTo>
                <a:cubicBezTo>
                  <a:pt x="833966" y="161976"/>
                  <a:pt x="841953" y="143872"/>
                  <a:pt x="857395" y="130560"/>
                </a:cubicBezTo>
                <a:cubicBezTo>
                  <a:pt x="870175" y="117248"/>
                  <a:pt x="889344" y="110326"/>
                  <a:pt x="913306" y="110326"/>
                </a:cubicBezTo>
                <a:lnTo>
                  <a:pt x="913306" y="110326"/>
                </a:lnTo>
                <a:close/>
                <a:moveTo>
                  <a:pt x="569856" y="325448"/>
                </a:moveTo>
                <a:lnTo>
                  <a:pt x="569856" y="309473"/>
                </a:lnTo>
                <a:lnTo>
                  <a:pt x="593285" y="307343"/>
                </a:lnTo>
                <a:lnTo>
                  <a:pt x="601272" y="299356"/>
                </a:lnTo>
                <a:lnTo>
                  <a:pt x="601272" y="141742"/>
                </a:lnTo>
                <a:lnTo>
                  <a:pt x="569856" y="141742"/>
                </a:lnTo>
                <a:lnTo>
                  <a:pt x="569856" y="127365"/>
                </a:lnTo>
                <a:lnTo>
                  <a:pt x="620442" y="112456"/>
                </a:lnTo>
                <a:lnTo>
                  <a:pt x="637481" y="112456"/>
                </a:lnTo>
                <a:lnTo>
                  <a:pt x="637481" y="135885"/>
                </a:lnTo>
                <a:cubicBezTo>
                  <a:pt x="654520" y="125768"/>
                  <a:pt x="668897" y="118846"/>
                  <a:pt x="680079" y="115651"/>
                </a:cubicBezTo>
                <a:cubicBezTo>
                  <a:pt x="690197" y="111391"/>
                  <a:pt x="699249" y="108729"/>
                  <a:pt x="708301" y="108729"/>
                </a:cubicBezTo>
                <a:cubicBezTo>
                  <a:pt x="727470" y="108729"/>
                  <a:pt x="741847" y="115651"/>
                  <a:pt x="751964" y="126833"/>
                </a:cubicBezTo>
                <a:cubicBezTo>
                  <a:pt x="762081" y="138015"/>
                  <a:pt x="766341" y="155054"/>
                  <a:pt x="766341" y="176354"/>
                </a:cubicBezTo>
                <a:lnTo>
                  <a:pt x="766341" y="298824"/>
                </a:lnTo>
                <a:lnTo>
                  <a:pt x="774328" y="306811"/>
                </a:lnTo>
                <a:lnTo>
                  <a:pt x="797757" y="308941"/>
                </a:lnTo>
                <a:lnTo>
                  <a:pt x="797757" y="324915"/>
                </a:lnTo>
                <a:lnTo>
                  <a:pt x="700846" y="324915"/>
                </a:lnTo>
                <a:lnTo>
                  <a:pt x="700846" y="308941"/>
                </a:lnTo>
                <a:lnTo>
                  <a:pt x="722145" y="306811"/>
                </a:lnTo>
                <a:lnTo>
                  <a:pt x="730133" y="298824"/>
                </a:lnTo>
                <a:lnTo>
                  <a:pt x="730133" y="182743"/>
                </a:lnTo>
                <a:cubicBezTo>
                  <a:pt x="730133" y="166769"/>
                  <a:pt x="726938" y="155587"/>
                  <a:pt x="720015" y="147599"/>
                </a:cubicBezTo>
                <a:cubicBezTo>
                  <a:pt x="713093" y="140677"/>
                  <a:pt x="701911" y="137482"/>
                  <a:pt x="684872" y="137482"/>
                </a:cubicBezTo>
                <a:cubicBezTo>
                  <a:pt x="677949" y="137482"/>
                  <a:pt x="671560" y="138547"/>
                  <a:pt x="662508" y="140677"/>
                </a:cubicBezTo>
                <a:cubicBezTo>
                  <a:pt x="654520" y="143872"/>
                  <a:pt x="645468" y="147599"/>
                  <a:pt x="636416" y="151859"/>
                </a:cubicBezTo>
                <a:lnTo>
                  <a:pt x="636416" y="298291"/>
                </a:lnTo>
                <a:lnTo>
                  <a:pt x="644403" y="306279"/>
                </a:lnTo>
                <a:lnTo>
                  <a:pt x="664637" y="308408"/>
                </a:lnTo>
                <a:lnTo>
                  <a:pt x="664637" y="324383"/>
                </a:lnTo>
                <a:lnTo>
                  <a:pt x="569856" y="324383"/>
                </a:lnTo>
                <a:lnTo>
                  <a:pt x="569856" y="325448"/>
                </a:lnTo>
                <a:close/>
                <a:moveTo>
                  <a:pt x="501166" y="15012"/>
                </a:moveTo>
                <a:cubicBezTo>
                  <a:pt x="509153" y="15012"/>
                  <a:pt x="514478" y="17142"/>
                  <a:pt x="519270" y="22999"/>
                </a:cubicBezTo>
                <a:cubicBezTo>
                  <a:pt x="525128" y="27259"/>
                  <a:pt x="527258" y="33116"/>
                  <a:pt x="527258" y="41104"/>
                </a:cubicBezTo>
                <a:cubicBezTo>
                  <a:pt x="527258" y="48026"/>
                  <a:pt x="525128" y="53351"/>
                  <a:pt x="519270" y="58143"/>
                </a:cubicBezTo>
                <a:cubicBezTo>
                  <a:pt x="515011" y="64000"/>
                  <a:pt x="509153" y="66130"/>
                  <a:pt x="501166" y="66130"/>
                </a:cubicBezTo>
                <a:cubicBezTo>
                  <a:pt x="494244" y="66130"/>
                  <a:pt x="488919" y="64000"/>
                  <a:pt x="484127" y="58143"/>
                </a:cubicBezTo>
                <a:cubicBezTo>
                  <a:pt x="478270" y="53883"/>
                  <a:pt x="476140" y="48026"/>
                  <a:pt x="476140" y="41104"/>
                </a:cubicBezTo>
                <a:cubicBezTo>
                  <a:pt x="476140" y="33116"/>
                  <a:pt x="478270" y="27792"/>
                  <a:pt x="484127" y="22999"/>
                </a:cubicBezTo>
                <a:cubicBezTo>
                  <a:pt x="488919" y="17142"/>
                  <a:pt x="494244" y="15012"/>
                  <a:pt x="501166" y="15012"/>
                </a:cubicBezTo>
                <a:lnTo>
                  <a:pt x="501166" y="15012"/>
                </a:lnTo>
                <a:close/>
                <a:moveTo>
                  <a:pt x="500101" y="112988"/>
                </a:moveTo>
                <a:lnTo>
                  <a:pt x="517141" y="112988"/>
                </a:lnTo>
                <a:lnTo>
                  <a:pt x="517141" y="299889"/>
                </a:lnTo>
                <a:lnTo>
                  <a:pt x="525128" y="307876"/>
                </a:lnTo>
                <a:lnTo>
                  <a:pt x="547492" y="310006"/>
                </a:lnTo>
                <a:lnTo>
                  <a:pt x="547492" y="325980"/>
                </a:lnTo>
                <a:lnTo>
                  <a:pt x="449516" y="325980"/>
                </a:lnTo>
                <a:lnTo>
                  <a:pt x="449516" y="310006"/>
                </a:lnTo>
                <a:lnTo>
                  <a:pt x="472945" y="307876"/>
                </a:lnTo>
                <a:lnTo>
                  <a:pt x="479867" y="299889"/>
                </a:lnTo>
                <a:lnTo>
                  <a:pt x="479867" y="142275"/>
                </a:lnTo>
                <a:lnTo>
                  <a:pt x="449516" y="142275"/>
                </a:lnTo>
                <a:lnTo>
                  <a:pt x="449516" y="127365"/>
                </a:lnTo>
                <a:lnTo>
                  <a:pt x="500101" y="112988"/>
                </a:lnTo>
                <a:lnTo>
                  <a:pt x="500101" y="112988"/>
                </a:lnTo>
                <a:close/>
                <a:moveTo>
                  <a:pt x="410112" y="119378"/>
                </a:moveTo>
                <a:lnTo>
                  <a:pt x="410112" y="168899"/>
                </a:lnTo>
                <a:lnTo>
                  <a:pt x="388813" y="168899"/>
                </a:lnTo>
                <a:lnTo>
                  <a:pt x="384553" y="138547"/>
                </a:lnTo>
                <a:cubicBezTo>
                  <a:pt x="378696" y="135353"/>
                  <a:pt x="373371" y="132690"/>
                  <a:pt x="368579" y="130560"/>
                </a:cubicBezTo>
                <a:cubicBezTo>
                  <a:pt x="362721" y="129495"/>
                  <a:pt x="357397" y="128430"/>
                  <a:pt x="352604" y="128430"/>
                </a:cubicBezTo>
                <a:cubicBezTo>
                  <a:pt x="340357" y="128430"/>
                  <a:pt x="332370" y="131625"/>
                  <a:pt x="325448" y="137482"/>
                </a:cubicBezTo>
                <a:cubicBezTo>
                  <a:pt x="318526" y="143340"/>
                  <a:pt x="315331" y="149730"/>
                  <a:pt x="315331" y="159847"/>
                </a:cubicBezTo>
                <a:cubicBezTo>
                  <a:pt x="315331" y="168899"/>
                  <a:pt x="318526" y="175821"/>
                  <a:pt x="323318" y="181146"/>
                </a:cubicBezTo>
                <a:cubicBezTo>
                  <a:pt x="329175" y="187003"/>
                  <a:pt x="337695" y="192328"/>
                  <a:pt x="352604" y="200315"/>
                </a:cubicBezTo>
                <a:cubicBezTo>
                  <a:pt x="354734" y="201380"/>
                  <a:pt x="358462" y="202445"/>
                  <a:pt x="363786" y="204575"/>
                </a:cubicBezTo>
                <a:cubicBezTo>
                  <a:pt x="379761" y="212562"/>
                  <a:pt x="392008" y="218952"/>
                  <a:pt x="399995" y="224809"/>
                </a:cubicBezTo>
                <a:cubicBezTo>
                  <a:pt x="404255" y="229069"/>
                  <a:pt x="409047" y="234926"/>
                  <a:pt x="412242" y="241848"/>
                </a:cubicBezTo>
                <a:cubicBezTo>
                  <a:pt x="414372" y="247706"/>
                  <a:pt x="415437" y="255160"/>
                  <a:pt x="415437" y="263148"/>
                </a:cubicBezTo>
                <a:cubicBezTo>
                  <a:pt x="415437" y="283382"/>
                  <a:pt x="408515" y="299356"/>
                  <a:pt x="394138" y="311603"/>
                </a:cubicBezTo>
                <a:cubicBezTo>
                  <a:pt x="379761" y="322785"/>
                  <a:pt x="358994" y="328643"/>
                  <a:pt x="334500" y="328643"/>
                </a:cubicBezTo>
                <a:cubicBezTo>
                  <a:pt x="323318" y="328643"/>
                  <a:pt x="313201" y="327578"/>
                  <a:pt x="304149" y="326513"/>
                </a:cubicBezTo>
                <a:cubicBezTo>
                  <a:pt x="294031" y="325448"/>
                  <a:pt x="284979" y="323318"/>
                  <a:pt x="276992" y="319591"/>
                </a:cubicBezTo>
                <a:lnTo>
                  <a:pt x="276992" y="262083"/>
                </a:lnTo>
                <a:lnTo>
                  <a:pt x="298291" y="262083"/>
                </a:lnTo>
                <a:lnTo>
                  <a:pt x="302551" y="299356"/>
                </a:lnTo>
                <a:cubicBezTo>
                  <a:pt x="309473" y="303616"/>
                  <a:pt x="314798" y="306279"/>
                  <a:pt x="321720" y="307343"/>
                </a:cubicBezTo>
                <a:cubicBezTo>
                  <a:pt x="327578" y="309473"/>
                  <a:pt x="333967" y="310538"/>
                  <a:pt x="340890" y="310538"/>
                </a:cubicBezTo>
                <a:cubicBezTo>
                  <a:pt x="353137" y="310538"/>
                  <a:pt x="362189" y="307343"/>
                  <a:pt x="370176" y="300421"/>
                </a:cubicBezTo>
                <a:cubicBezTo>
                  <a:pt x="378163" y="293499"/>
                  <a:pt x="381358" y="285512"/>
                  <a:pt x="381358" y="274330"/>
                </a:cubicBezTo>
                <a:cubicBezTo>
                  <a:pt x="381358" y="265278"/>
                  <a:pt x="379228" y="258355"/>
                  <a:pt x="373371" y="253031"/>
                </a:cubicBezTo>
                <a:cubicBezTo>
                  <a:pt x="369111" y="247173"/>
                  <a:pt x="356332" y="239719"/>
                  <a:pt x="336097" y="230666"/>
                </a:cubicBezTo>
                <a:cubicBezTo>
                  <a:pt x="314798" y="221614"/>
                  <a:pt x="299889" y="211497"/>
                  <a:pt x="292434" y="203510"/>
                </a:cubicBezTo>
                <a:cubicBezTo>
                  <a:pt x="284447" y="194458"/>
                  <a:pt x="280187" y="183276"/>
                  <a:pt x="280187" y="171029"/>
                </a:cubicBezTo>
                <a:cubicBezTo>
                  <a:pt x="280187" y="151859"/>
                  <a:pt x="287109" y="135885"/>
                  <a:pt x="300421" y="125768"/>
                </a:cubicBezTo>
                <a:cubicBezTo>
                  <a:pt x="313733" y="114586"/>
                  <a:pt x="332902" y="108729"/>
                  <a:pt x="357929" y="108729"/>
                </a:cubicBezTo>
                <a:cubicBezTo>
                  <a:pt x="368046" y="108729"/>
                  <a:pt x="377098" y="109794"/>
                  <a:pt x="386150" y="111923"/>
                </a:cubicBezTo>
                <a:cubicBezTo>
                  <a:pt x="394138" y="114053"/>
                  <a:pt x="402125" y="116183"/>
                  <a:pt x="410112" y="119378"/>
                </a:cubicBezTo>
                <a:lnTo>
                  <a:pt x="410112" y="119378"/>
                </a:lnTo>
                <a:close/>
                <a:moveTo>
                  <a:pt x="3297" y="31519"/>
                </a:moveTo>
                <a:lnTo>
                  <a:pt x="250901" y="31519"/>
                </a:lnTo>
                <a:lnTo>
                  <a:pt x="250901" y="98079"/>
                </a:lnTo>
                <a:lnTo>
                  <a:pt x="227471" y="98079"/>
                </a:lnTo>
                <a:lnTo>
                  <a:pt x="221614" y="57610"/>
                </a:lnTo>
                <a:lnTo>
                  <a:pt x="214692" y="50688"/>
                </a:lnTo>
                <a:lnTo>
                  <a:pt x="148132" y="50688"/>
                </a:lnTo>
                <a:lnTo>
                  <a:pt x="148132" y="298291"/>
                </a:lnTo>
                <a:lnTo>
                  <a:pt x="155054" y="305214"/>
                </a:lnTo>
                <a:lnTo>
                  <a:pt x="184341" y="307343"/>
                </a:lnTo>
                <a:lnTo>
                  <a:pt x="184341" y="325448"/>
                </a:lnTo>
                <a:lnTo>
                  <a:pt x="70390" y="325448"/>
                </a:lnTo>
                <a:lnTo>
                  <a:pt x="70390" y="307343"/>
                </a:lnTo>
                <a:lnTo>
                  <a:pt x="99676" y="305214"/>
                </a:lnTo>
                <a:lnTo>
                  <a:pt x="106598" y="298291"/>
                </a:lnTo>
                <a:lnTo>
                  <a:pt x="106598" y="50688"/>
                </a:lnTo>
                <a:lnTo>
                  <a:pt x="40039" y="50688"/>
                </a:lnTo>
                <a:lnTo>
                  <a:pt x="33116" y="57610"/>
                </a:lnTo>
                <a:lnTo>
                  <a:pt x="27259" y="98079"/>
                </a:lnTo>
                <a:lnTo>
                  <a:pt x="2233" y="98079"/>
                </a:lnTo>
                <a:lnTo>
                  <a:pt x="2233" y="31519"/>
                </a:lnTo>
                <a:close/>
              </a:path>
            </a:pathLst>
          </a:custGeom>
          <a:solidFill>
            <a:srgbClr val="81308C"/>
          </a:solidFill>
          <a:ln w="0">
            <a:noFill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393" y="336709"/>
            <a:ext cx="544449" cy="544449"/>
          </a:xfrm>
          <a:prstGeom prst="rect">
            <a:avLst/>
          </a:prstGeom>
        </p:spPr>
      </p:pic>
      <p:sp>
        <p:nvSpPr>
          <p:cNvPr id="9" name="template-course-label"/>
          <p:cNvSpPr>
            <a:spLocks noGrp="1"/>
          </p:cNvSpPr>
          <p:nvPr/>
        </p:nvSpPr>
        <p:spPr>
          <a:xfrm>
            <a:off x="2686050" y="342900"/>
            <a:ext cx="4572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HCI P0</a:t>
            </a:r>
            <a:endParaRPr sz="24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slide-title"/>
          <p:cNvSpPr>
            <a:spLocks noGrp="1"/>
          </p:cNvSpPr>
          <p:nvPr/>
        </p:nvSpPr>
        <p:spPr>
          <a:xfrm>
            <a:off x="609600" y="11049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00" b="1">
                <a:solidFill>
                  <a:srgbClr val="703881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>
              <a:defRPr sz="3100" b="1">
                <a:solidFill>
                  <a:srgbClr val="703881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00" b="1">
                <a:solidFill>
                  <a:srgbClr val="703881"/>
                </a:solidFill>
                <a:latin typeface="Noto Serif CJK SC"/>
                <a:ea typeface="Noto Serif CJK SC"/>
                <a:cs typeface="Noto Serif CJK SC"/>
              </a:rPr>
              <a:t>P1 需要验证的高风险假设</a:t>
            </a:r>
            <a:endParaRPr sz="3100" b="1">
              <a:solidFill>
                <a:srgbClr val="703881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1" name="page-number"/>
          <p:cNvSpPr>
            <a:spLocks noGrp="1"/>
          </p:cNvSpPr>
          <p:nvPr/>
        </p:nvSpPr>
        <p:spPr>
          <a:xfrm>
            <a:off x="11306175" y="6486525"/>
            <a:ext cx="4095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30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search-subtitle"/>
          <p:cNvSpPr>
            <a:spLocks noGrp="1"/>
          </p:cNvSpPr>
          <p:nvPr/>
        </p:nvSpPr>
        <p:spPr>
          <a:xfrm>
            <a:off x="628650" y="1771650"/>
            <a:ext cx="1085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180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       </a:t>
            </a:r>
            <a:r>
              <a:rPr sz="180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P1 检验两个方向成立的前提，允许推翻或调整方向</a:t>
            </a:r>
            <a:endParaRPr sz="1800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628650" y="2266950"/>
          <a:ext cx="10906125" cy="2962275"/>
        </p:xfrm>
        <a:graphic>
          <a:graphicData uri="http://schemas.openxmlformats.org/drawingml/2006/table">
            <a:tbl>
              <a:tblPr/>
              <a:tblGrid>
                <a:gridCol w="3295650"/>
                <a:gridCol w="4048125"/>
                <a:gridCol w="3562350"/>
              </a:tblGrid>
              <a:tr h="4191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高风险假设</a:t>
                      </a:r>
                      <a:endParaRPr sz="18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52400" marR="133350" marT="76200" marB="76200" anchor="ctr">
                    <a:solidFill>
                      <a:srgbClr val="70388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P1 研究问题</a:t>
                      </a:r>
                      <a:endParaRPr sz="18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52400" marR="133350" marT="76200" marB="76200" anchor="ctr">
                    <a:solidFill>
                      <a:srgbClr val="70388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计划方法</a:t>
                      </a:r>
                      <a:endParaRPr sz="18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52400" marR="133350" marT="76200" marB="76200" anchor="ctr">
                    <a:solidFill>
                      <a:srgbClr val="703881"/>
                    </a:solidFill>
                  </a:tcPr>
                </a:tc>
              </a:tr>
              <a:tr h="8477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700" b="1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学生愿意手动录入，</a:t>
                      </a:r>
                      <a:endParaRPr sz="1700" b="1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  <a:p>
                      <a:r>
                        <a:rPr sz="1700" b="1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并持续维护课程任务</a:t>
                      </a:r>
                      <a:endParaRPr sz="1700" b="1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52400" marR="133350" marT="76200" marB="76200" anchor="ctr">
                    <a:solidFill>
                      <a:srgbClr val="F5EDF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700" b="0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目前如何记录与跟踪任务？</a:t>
                      </a:r>
                      <a:endParaRPr sz="1700" b="0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  <a:p>
                      <a:r>
                        <a:rPr sz="1700" b="0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可接受多大的录入负担？</a:t>
                      </a:r>
                      <a:endParaRPr sz="1700" b="0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52400" marR="133350" marT="76200" marB="76200" anchor="ctr">
                    <a:solidFill>
                      <a:srgbClr val="F5EDF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700" b="0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半结构化访谈</a:t>
                      </a:r>
                      <a:endParaRPr sz="1700" b="0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  <a:p>
                      <a:r>
                        <a:rPr sz="1700" b="0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＋现有工具使用演示</a:t>
                      </a:r>
                      <a:endParaRPr sz="1700" b="0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52400" marR="133350" marT="76200" marB="76200" anchor="ctr">
                    <a:solidFill>
                      <a:srgbClr val="F5EDF7"/>
                    </a:solidFill>
                  </a:tcPr>
                </a:tc>
              </a:tr>
              <a:tr h="8477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700" b="1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多个截止日期冲突时，</a:t>
                      </a:r>
                      <a:endParaRPr sz="1700" b="1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  <a:p>
                      <a:r>
                        <a:rPr sz="1700" b="1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学生难以决定先做什么</a:t>
                      </a:r>
                      <a:endParaRPr sz="1700" b="1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52400" marR="133350" marT="76200" marB="76200" anchor="ctr">
                    <a:solidFill>
                      <a:srgbClr val="E8D7ED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700" b="0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如何确定任务优先级？</a:t>
                      </a:r>
                      <a:endParaRPr sz="1700" b="0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  <a:p>
                      <a:r>
                        <a:rPr sz="1700" b="0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对自己的决策是否满意？</a:t>
                      </a:r>
                      <a:endParaRPr sz="1700" b="0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52400" marR="133350" marT="76200" marB="76200" anchor="ctr">
                    <a:solidFill>
                      <a:srgbClr val="E8D7ED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700" b="0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关键事件访谈：回顾近期</a:t>
                      </a:r>
                      <a:endParaRPr sz="1700" b="0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  <a:p>
                      <a:r>
                        <a:rPr sz="1700" b="0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截止日期冲突与决策过程</a:t>
                      </a:r>
                      <a:endParaRPr sz="1700" b="0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52400" marR="133350" marT="76200" marB="76200" anchor="ctr">
                    <a:solidFill>
                      <a:srgbClr val="E8D7ED"/>
                    </a:solidFill>
                  </a:tcPr>
                </a:tc>
              </a:tr>
              <a:tr h="8477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700" b="1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每周可用学习时间</a:t>
                      </a:r>
                      <a:endParaRPr sz="1700" b="1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  <a:p>
                      <a:r>
                        <a:rPr sz="1700" b="1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大致可预测</a:t>
                      </a:r>
                      <a:endParaRPr sz="1700" b="1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52400" marR="133350" marT="76200" marB="76200" anchor="ctr">
                    <a:solidFill>
                      <a:srgbClr val="F5EDF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700" b="0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学生能提前多久判断</a:t>
                      </a:r>
                      <a:endParaRPr sz="1700" b="0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  <a:p>
                      <a:r>
                        <a:rPr sz="1700" b="0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自己的可用学习时间？</a:t>
                      </a:r>
                      <a:endParaRPr sz="1700" b="0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52400" marR="133350" marT="76200" marB="76200" anchor="ctr">
                    <a:solidFill>
                      <a:srgbClr val="F5EDF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700" b="0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重建上周预计与实际</a:t>
                      </a:r>
                      <a:endParaRPr sz="1700" b="0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  <a:p>
                      <a:r>
                        <a:rPr sz="1700" b="0">
                          <a:solidFill>
                            <a:srgbClr val="302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可用的学习时间</a:t>
                      </a:r>
                      <a:endParaRPr sz="1700" b="0">
                        <a:solidFill>
                          <a:srgbClr val="302A35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52400" marR="133350" marT="76200" marB="76200" anchor="ctr">
                    <a:solidFill>
                      <a:srgbClr val="F5EDF7"/>
                    </a:solidFill>
                  </a:tcPr>
                </a:tc>
              </a:tr>
            </a:tbl>
          </a:graphicData>
        </a:graphic>
      </p:graphicFrame>
      <p:sp>
        <p:nvSpPr>
          <p:cNvPr id="14" name="secondary-label"/>
          <p:cNvSpPr>
            <a:spLocks noGrp="1"/>
          </p:cNvSpPr>
          <p:nvPr/>
        </p:nvSpPr>
        <p:spPr>
          <a:xfrm>
            <a:off x="628650" y="5629275"/>
            <a:ext cx="10829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00" b="1">
                <a:solidFill>
                  <a:srgbClr val="E8D7E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400" b="1">
                <a:solidFill>
                  <a:srgbClr val="E8D7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E8D7ED"/>
                </a:solidFill>
                <a:latin typeface="Noto Sans CJK SC"/>
                <a:ea typeface="Noto Sans CJK SC"/>
                <a:cs typeface="Noto Sans CJK SC"/>
              </a:rPr>
              <a:t>补充假设</a:t>
            </a:r>
            <a:endParaRPr sz="1800" b="1">
              <a:solidFill>
                <a:srgbClr val="E8D7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secondary-0"/>
          <p:cNvSpPr>
            <a:spLocks noGrp="1"/>
          </p:cNvSpPr>
          <p:nvPr/>
        </p:nvSpPr>
        <p:spPr>
          <a:xfrm>
            <a:off x="1131570" y="6067425"/>
            <a:ext cx="33813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排序建议需要解释</a:t>
            </a:r>
            <a:endParaRPr sz="175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才能获得信任</a:t>
            </a:r>
            <a:endParaRPr sz="175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secondary-1"/>
          <p:cNvSpPr>
            <a:spLocks noGrp="1"/>
          </p:cNvSpPr>
          <p:nvPr/>
        </p:nvSpPr>
        <p:spPr>
          <a:xfrm>
            <a:off x="4827270" y="6067425"/>
            <a:ext cx="33813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零散通知会引发</a:t>
            </a:r>
            <a:endParaRPr sz="175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反复查看</a:t>
            </a:r>
            <a:endParaRPr sz="175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secondary-2"/>
          <p:cNvSpPr>
            <a:spLocks noGrp="1"/>
          </p:cNvSpPr>
          <p:nvPr/>
        </p:nvSpPr>
        <p:spPr>
          <a:xfrm>
            <a:off x="8522970" y="6067425"/>
            <a:ext cx="33813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学生可能无法持续</a:t>
            </a:r>
            <a:endParaRPr sz="175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更新剩余工作量</a:t>
            </a:r>
            <a:endParaRPr sz="175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1DD">
            <a:alpha val="48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template-footer"/>
          <p:cNvSpPr>
            <a:spLocks noGrp="1"/>
          </p:cNvSpPr>
          <p:nvPr/>
        </p:nvSpPr>
        <p:spPr>
          <a:xfrm>
            <a:off x="0" y="5454777"/>
            <a:ext cx="12192000" cy="1403223"/>
          </a:xfrm>
          <a:prstGeom prst="rect">
            <a:avLst/>
          </a:prstGeom>
          <a:solidFill>
            <a:srgbClr val="703881"/>
          </a:solidFill>
          <a:ln w="0">
            <a:noFill/>
          </a:ln>
        </p:spPr>
      </p:sp>
      <p:sp>
        <p:nvSpPr>
          <p:cNvPr id="2" name="template-chevron-0"/>
          <p:cNvSpPr>
            <a:spLocks noGrp="1"/>
          </p:cNvSpPr>
          <p:nvPr/>
        </p:nvSpPr>
        <p:spPr>
          <a:xfrm>
            <a:off x="604076" y="368618"/>
            <a:ext cx="548069" cy="406718"/>
          </a:xfrm>
          <a:prstGeom prst="chevron">
            <a:avLst/>
          </a:prstGeom>
          <a:solidFill>
            <a:srgbClr val="D3B1DD"/>
          </a:solidFill>
          <a:ln w="0">
            <a:noFill/>
          </a:ln>
        </p:spPr>
      </p:sp>
      <p:sp>
        <p:nvSpPr>
          <p:cNvPr id="3" name="template-chevron-1"/>
          <p:cNvSpPr>
            <a:spLocks noGrp="1"/>
          </p:cNvSpPr>
          <p:nvPr/>
        </p:nvSpPr>
        <p:spPr>
          <a:xfrm>
            <a:off x="1050798" y="368618"/>
            <a:ext cx="548069" cy="406718"/>
          </a:xfrm>
          <a:prstGeom prst="chevron">
            <a:avLst/>
          </a:prstGeom>
          <a:solidFill>
            <a:srgbClr val="BB87CB"/>
          </a:solidFill>
          <a:ln w="0">
            <a:noFill/>
          </a:ln>
        </p:spPr>
      </p:sp>
      <p:sp>
        <p:nvSpPr>
          <p:cNvPr id="4" name="template-chevron-2"/>
          <p:cNvSpPr>
            <a:spLocks noGrp="1"/>
          </p:cNvSpPr>
          <p:nvPr/>
        </p:nvSpPr>
        <p:spPr>
          <a:xfrm>
            <a:off x="1491710" y="379000"/>
            <a:ext cx="548069" cy="406718"/>
          </a:xfrm>
          <a:prstGeom prst="chevron">
            <a:avLst/>
          </a:prstGeom>
          <a:solidFill>
            <a:srgbClr val="A45EBA"/>
          </a:solidFill>
          <a:ln w="0">
            <a:noFill/>
          </a:ln>
        </p:spPr>
      </p:sp>
      <p:sp>
        <p:nvSpPr>
          <p:cNvPr id="5" name="template-chevron-3"/>
          <p:cNvSpPr>
            <a:spLocks noGrp="1"/>
          </p:cNvSpPr>
          <p:nvPr/>
        </p:nvSpPr>
        <p:spPr>
          <a:xfrm>
            <a:off x="1938338" y="379000"/>
            <a:ext cx="548069" cy="406718"/>
          </a:xfrm>
          <a:prstGeom prst="chevron">
            <a:avLst/>
          </a:prstGeom>
          <a:solidFill>
            <a:srgbClr val="703881"/>
          </a:solidFill>
          <a:ln w="0">
            <a:noFill/>
          </a:ln>
        </p:spPr>
      </p:sp>
      <p:sp>
        <p:nvSpPr>
          <p:cNvPr id="6" name="original-template-logo-0"/>
          <p:cNvSpPr>
            <a:spLocks noGrp="1"/>
          </p:cNvSpPr>
          <p:nvPr/>
        </p:nvSpPr>
        <p:spPr>
          <a:xfrm>
            <a:off x="10622756" y="324041"/>
            <a:ext cx="1271683" cy="403574"/>
          </a:xfrm>
          <a:custGeom>
            <a:avLst/>
            <a:gdLst/>
            <a:ahLst/>
            <a:cxnLst/>
            <a:pathLst>
              <a:path w="3812022" h="1325394">
                <a:moveTo>
                  <a:pt x="3528743" y="1166183"/>
                </a:moveTo>
                <a:cubicBezTo>
                  <a:pt x="3531938" y="1169377"/>
                  <a:pt x="3534601" y="1174170"/>
                  <a:pt x="3537795" y="1178430"/>
                </a:cubicBezTo>
                <a:cubicBezTo>
                  <a:pt x="3538860" y="1199729"/>
                  <a:pt x="3537795" y="1230080"/>
                  <a:pt x="3528743" y="1258302"/>
                </a:cubicBezTo>
                <a:close/>
                <a:moveTo>
                  <a:pt x="3234282" y="1082322"/>
                </a:moveTo>
                <a:lnTo>
                  <a:pt x="3234282" y="1163814"/>
                </a:lnTo>
                <a:lnTo>
                  <a:pt x="3194545" y="1145948"/>
                </a:lnTo>
                <a:cubicBezTo>
                  <a:pt x="3184361" y="1137428"/>
                  <a:pt x="3178371" y="1125980"/>
                  <a:pt x="3179436" y="1110272"/>
                </a:cubicBezTo>
                <a:close/>
                <a:moveTo>
                  <a:pt x="3429169" y="1002179"/>
                </a:moveTo>
                <a:cubicBezTo>
                  <a:pt x="3447274" y="1016556"/>
                  <a:pt x="3489872" y="1011231"/>
                  <a:pt x="3528210" y="1004309"/>
                </a:cubicBezTo>
                <a:lnTo>
                  <a:pt x="3528210" y="1113467"/>
                </a:lnTo>
                <a:cubicBezTo>
                  <a:pt x="3515964" y="1125714"/>
                  <a:pt x="3513834" y="1141688"/>
                  <a:pt x="3528210" y="1166183"/>
                </a:cubicBezTo>
                <a:lnTo>
                  <a:pt x="3528210" y="1258302"/>
                </a:lnTo>
                <a:cubicBezTo>
                  <a:pt x="3519691" y="1290250"/>
                  <a:pt x="3500522" y="1318472"/>
                  <a:pt x="3467508" y="1325394"/>
                </a:cubicBezTo>
                <a:cubicBezTo>
                  <a:pt x="3423844" y="1313147"/>
                  <a:pt x="3233217" y="1258834"/>
                  <a:pt x="3260373" y="1211443"/>
                </a:cubicBezTo>
                <a:cubicBezTo>
                  <a:pt x="3304036" y="1210378"/>
                  <a:pt x="3374324" y="1252977"/>
                  <a:pt x="3440351" y="1243925"/>
                </a:cubicBezTo>
                <a:cubicBezTo>
                  <a:pt x="3461650" y="1213573"/>
                  <a:pt x="3451534" y="1144883"/>
                  <a:pt x="3440351" y="1117727"/>
                </a:cubicBezTo>
                <a:cubicBezTo>
                  <a:pt x="3378584" y="1119857"/>
                  <a:pt x="3357284" y="1157130"/>
                  <a:pt x="3310959" y="1173105"/>
                </a:cubicBezTo>
                <a:cubicBezTo>
                  <a:pt x="3288595" y="1170975"/>
                  <a:pt x="3259308" y="1169910"/>
                  <a:pt x="3234282" y="1164053"/>
                </a:cubicBezTo>
                <a:lnTo>
                  <a:pt x="3234282" y="1163814"/>
                </a:lnTo>
                <a:lnTo>
                  <a:pt x="3234814" y="1164053"/>
                </a:lnTo>
                <a:lnTo>
                  <a:pt x="3234814" y="1082051"/>
                </a:lnTo>
                <a:lnTo>
                  <a:pt x="3234282" y="1082322"/>
                </a:lnTo>
                <a:lnTo>
                  <a:pt x="3234282" y="1082051"/>
                </a:lnTo>
                <a:cubicBezTo>
                  <a:pt x="3283802" y="1061816"/>
                  <a:pt x="3340245" y="1046907"/>
                  <a:pt x="3391896" y="1031465"/>
                </a:cubicBezTo>
                <a:cubicBezTo>
                  <a:pt x="3415325" y="1013361"/>
                  <a:pt x="3380714" y="997919"/>
                  <a:pt x="3429169" y="1002179"/>
                </a:cubicBezTo>
                <a:close/>
                <a:moveTo>
                  <a:pt x="3580394" y="994192"/>
                </a:moveTo>
                <a:cubicBezTo>
                  <a:pt x="3600628" y="1000049"/>
                  <a:pt x="3616603" y="1004309"/>
                  <a:pt x="3644824" y="1024543"/>
                </a:cubicBezTo>
                <a:cubicBezTo>
                  <a:pt x="3645889" y="1077258"/>
                  <a:pt x="3560159" y="1084181"/>
                  <a:pt x="3528743" y="1113467"/>
                </a:cubicBezTo>
                <a:lnTo>
                  <a:pt x="3528743" y="1004309"/>
                </a:lnTo>
                <a:cubicBezTo>
                  <a:pt x="3547913" y="1001114"/>
                  <a:pt x="3567082" y="996321"/>
                  <a:pt x="3580394" y="994192"/>
                </a:cubicBezTo>
                <a:close/>
                <a:moveTo>
                  <a:pt x="2529346" y="901606"/>
                </a:moveTo>
                <a:cubicBezTo>
                  <a:pt x="2533006" y="901673"/>
                  <a:pt x="2537799" y="903404"/>
                  <a:pt x="2547916" y="909528"/>
                </a:cubicBezTo>
                <a:cubicBezTo>
                  <a:pt x="2555903" y="927632"/>
                  <a:pt x="2579332" y="953723"/>
                  <a:pt x="2608619" y="977152"/>
                </a:cubicBezTo>
                <a:cubicBezTo>
                  <a:pt x="2644827" y="1008569"/>
                  <a:pt x="2689556" y="1038920"/>
                  <a:pt x="2718842" y="1051700"/>
                </a:cubicBezTo>
                <a:cubicBezTo>
                  <a:pt x="2747063" y="1053829"/>
                  <a:pt x="2775285" y="1055959"/>
                  <a:pt x="2803506" y="1057557"/>
                </a:cubicBezTo>
                <a:cubicBezTo>
                  <a:pt x="2804571" y="1095895"/>
                  <a:pt x="2702335" y="1149676"/>
                  <a:pt x="2668256" y="1154468"/>
                </a:cubicBezTo>
                <a:cubicBezTo>
                  <a:pt x="2656009" y="1151273"/>
                  <a:pt x="2642165" y="1147546"/>
                  <a:pt x="2629918" y="1145416"/>
                </a:cubicBezTo>
                <a:cubicBezTo>
                  <a:pt x="2622463" y="1139559"/>
                  <a:pt x="2615541" y="1132637"/>
                  <a:pt x="2608619" y="1124649"/>
                </a:cubicBezTo>
                <a:cubicBezTo>
                  <a:pt x="2568150" y="1077259"/>
                  <a:pt x="2533539" y="993659"/>
                  <a:pt x="2518629" y="951061"/>
                </a:cubicBezTo>
                <a:cubicBezTo>
                  <a:pt x="2517565" y="935087"/>
                  <a:pt x="2517565" y="919645"/>
                  <a:pt x="2517565" y="903670"/>
                </a:cubicBezTo>
                <a:cubicBezTo>
                  <a:pt x="2523156" y="903137"/>
                  <a:pt x="2525685" y="901540"/>
                  <a:pt x="2529346" y="901606"/>
                </a:cubicBezTo>
                <a:close/>
                <a:moveTo>
                  <a:pt x="1595483" y="881273"/>
                </a:moveTo>
                <a:cubicBezTo>
                  <a:pt x="1591148" y="880907"/>
                  <a:pt x="1585857" y="881306"/>
                  <a:pt x="1578801" y="881839"/>
                </a:cubicBezTo>
                <a:cubicBezTo>
                  <a:pt x="1575074" y="881839"/>
                  <a:pt x="1569750" y="881839"/>
                  <a:pt x="1563892" y="881839"/>
                </a:cubicBezTo>
                <a:cubicBezTo>
                  <a:pt x="1559632" y="883969"/>
                  <a:pt x="1555905" y="887164"/>
                  <a:pt x="1552710" y="890358"/>
                </a:cubicBezTo>
                <a:cubicBezTo>
                  <a:pt x="1518099" y="915917"/>
                  <a:pt x="1528216" y="955321"/>
                  <a:pt x="1529281" y="1001647"/>
                </a:cubicBezTo>
                <a:cubicBezTo>
                  <a:pt x="1535671" y="999517"/>
                  <a:pt x="1543658" y="996854"/>
                  <a:pt x="1552710" y="992595"/>
                </a:cubicBezTo>
                <a:cubicBezTo>
                  <a:pt x="1560697" y="987802"/>
                  <a:pt x="1569750" y="983542"/>
                  <a:pt x="1578801" y="977685"/>
                </a:cubicBezTo>
                <a:cubicBezTo>
                  <a:pt x="1602231" y="962776"/>
                  <a:pt x="1624595" y="943606"/>
                  <a:pt x="1630452" y="922307"/>
                </a:cubicBezTo>
                <a:cubicBezTo>
                  <a:pt x="1612881" y="890358"/>
                  <a:pt x="1608488" y="882371"/>
                  <a:pt x="1595483" y="881273"/>
                </a:cubicBezTo>
                <a:close/>
                <a:moveTo>
                  <a:pt x="578273" y="855746"/>
                </a:moveTo>
                <a:lnTo>
                  <a:pt x="576143" y="870122"/>
                </a:lnTo>
                <a:lnTo>
                  <a:pt x="577208" y="885032"/>
                </a:lnTo>
                <a:lnTo>
                  <a:pt x="577208" y="899409"/>
                </a:lnTo>
                <a:lnTo>
                  <a:pt x="583065" y="911656"/>
                </a:lnTo>
                <a:lnTo>
                  <a:pt x="609157" y="921773"/>
                </a:lnTo>
                <a:lnTo>
                  <a:pt x="610222" y="922838"/>
                </a:lnTo>
                <a:cubicBezTo>
                  <a:pt x="609157" y="905266"/>
                  <a:pt x="609157" y="887162"/>
                  <a:pt x="610222" y="869058"/>
                </a:cubicBezTo>
                <a:cubicBezTo>
                  <a:pt x="610222" y="867993"/>
                  <a:pt x="609157" y="867993"/>
                  <a:pt x="609157" y="866928"/>
                </a:cubicBezTo>
                <a:cubicBezTo>
                  <a:pt x="601169" y="862668"/>
                  <a:pt x="585727" y="855746"/>
                  <a:pt x="578273" y="855746"/>
                </a:cubicBezTo>
                <a:close/>
                <a:moveTo>
                  <a:pt x="3589446" y="757771"/>
                </a:moveTo>
                <a:cubicBezTo>
                  <a:pt x="3581458" y="757771"/>
                  <a:pt x="3573471" y="759900"/>
                  <a:pt x="3566017" y="760965"/>
                </a:cubicBezTo>
                <a:cubicBezTo>
                  <a:pt x="3558030" y="766823"/>
                  <a:pt x="3544718" y="778005"/>
                  <a:pt x="3528743" y="790252"/>
                </a:cubicBezTo>
                <a:lnTo>
                  <a:pt x="3528743" y="790784"/>
                </a:lnTo>
                <a:cubicBezTo>
                  <a:pt x="3500522" y="815278"/>
                  <a:pt x="3468041" y="846695"/>
                  <a:pt x="3469105" y="863734"/>
                </a:cubicBezTo>
                <a:cubicBezTo>
                  <a:pt x="3482417" y="853617"/>
                  <a:pt x="3506379" y="840305"/>
                  <a:pt x="3528743" y="824331"/>
                </a:cubicBezTo>
                <a:cubicBezTo>
                  <a:pt x="3560159" y="803031"/>
                  <a:pt x="3590511" y="779070"/>
                  <a:pt x="3589446" y="757771"/>
                </a:cubicBezTo>
                <a:close/>
                <a:moveTo>
                  <a:pt x="600104" y="741795"/>
                </a:moveTo>
                <a:cubicBezTo>
                  <a:pt x="595845" y="756704"/>
                  <a:pt x="592650" y="779068"/>
                  <a:pt x="601169" y="782796"/>
                </a:cubicBezTo>
                <a:cubicBezTo>
                  <a:pt x="602234" y="782796"/>
                  <a:pt x="605962" y="783861"/>
                  <a:pt x="609157" y="785991"/>
                </a:cubicBezTo>
                <a:cubicBezTo>
                  <a:pt x="611819" y="788121"/>
                  <a:pt x="615014" y="790250"/>
                  <a:pt x="616079" y="790250"/>
                </a:cubicBezTo>
                <a:cubicBezTo>
                  <a:pt x="617144" y="785991"/>
                  <a:pt x="622469" y="755639"/>
                  <a:pt x="620339" y="749782"/>
                </a:cubicBezTo>
                <a:cubicBezTo>
                  <a:pt x="619274" y="748717"/>
                  <a:pt x="613416" y="744990"/>
                  <a:pt x="609157" y="742860"/>
                </a:cubicBezTo>
                <a:cubicBezTo>
                  <a:pt x="604364" y="741795"/>
                  <a:pt x="602234" y="740730"/>
                  <a:pt x="600104" y="741795"/>
                </a:cubicBezTo>
                <a:close/>
                <a:moveTo>
                  <a:pt x="3661538" y="687708"/>
                </a:moveTo>
                <a:cubicBezTo>
                  <a:pt x="3691615" y="686285"/>
                  <a:pt x="3726559" y="691077"/>
                  <a:pt x="3722566" y="730614"/>
                </a:cubicBezTo>
                <a:cubicBezTo>
                  <a:pt x="3692214" y="743926"/>
                  <a:pt x="3640564" y="808356"/>
                  <a:pt x="3618732" y="834448"/>
                </a:cubicBezTo>
                <a:cubicBezTo>
                  <a:pt x="3587316" y="850954"/>
                  <a:pt x="3558030" y="869059"/>
                  <a:pt x="3528743" y="887163"/>
                </a:cubicBezTo>
                <a:cubicBezTo>
                  <a:pt x="3484547" y="915385"/>
                  <a:pt x="3443014" y="945736"/>
                  <a:pt x="3402545" y="978217"/>
                </a:cubicBezTo>
                <a:cubicBezTo>
                  <a:pt x="3396688" y="977152"/>
                  <a:pt x="3391363" y="977152"/>
                  <a:pt x="3385506" y="977152"/>
                </a:cubicBezTo>
                <a:cubicBezTo>
                  <a:pt x="3384441" y="944671"/>
                  <a:pt x="3435026" y="899410"/>
                  <a:pt x="3460053" y="875981"/>
                </a:cubicBezTo>
                <a:cubicBezTo>
                  <a:pt x="3464846" y="871189"/>
                  <a:pt x="3462716" y="864799"/>
                  <a:pt x="3455793" y="867994"/>
                </a:cubicBezTo>
                <a:cubicBezTo>
                  <a:pt x="3422247" y="884501"/>
                  <a:pt x="3398286" y="922839"/>
                  <a:pt x="3356752" y="919644"/>
                </a:cubicBezTo>
                <a:cubicBezTo>
                  <a:pt x="3325336" y="921242"/>
                  <a:pt x="3293920" y="923372"/>
                  <a:pt x="3263568" y="925502"/>
                </a:cubicBezTo>
                <a:cubicBezTo>
                  <a:pt x="3251854" y="924437"/>
                  <a:pt x="3251854" y="924437"/>
                  <a:pt x="3238542" y="916450"/>
                </a:cubicBezTo>
                <a:cubicBezTo>
                  <a:pt x="3237476" y="898345"/>
                  <a:pt x="3238542" y="900475"/>
                  <a:pt x="3249724" y="890358"/>
                </a:cubicBezTo>
                <a:cubicBezTo>
                  <a:pt x="3333855" y="850954"/>
                  <a:pt x="3421714" y="797174"/>
                  <a:pt x="3509574" y="757771"/>
                </a:cubicBezTo>
                <a:cubicBezTo>
                  <a:pt x="3516496" y="754576"/>
                  <a:pt x="3522886" y="749783"/>
                  <a:pt x="3528743" y="746588"/>
                </a:cubicBezTo>
                <a:cubicBezTo>
                  <a:pt x="3563887" y="727419"/>
                  <a:pt x="3598498" y="709315"/>
                  <a:pt x="3634706" y="690146"/>
                </a:cubicBezTo>
                <a:cubicBezTo>
                  <a:pt x="3642028" y="689347"/>
                  <a:pt x="3651513" y="688182"/>
                  <a:pt x="3661538" y="687708"/>
                </a:cubicBezTo>
                <a:close/>
                <a:moveTo>
                  <a:pt x="3106487" y="648612"/>
                </a:moveTo>
                <a:cubicBezTo>
                  <a:pt x="3152812" y="647547"/>
                  <a:pt x="3159202" y="700263"/>
                  <a:pt x="3233749" y="667781"/>
                </a:cubicBezTo>
                <a:cubicBezTo>
                  <a:pt x="3233749" y="666716"/>
                  <a:pt x="3234814" y="665652"/>
                  <a:pt x="3234814" y="665652"/>
                </a:cubicBezTo>
                <a:lnTo>
                  <a:pt x="3234814" y="750848"/>
                </a:lnTo>
                <a:cubicBezTo>
                  <a:pt x="3232684" y="765758"/>
                  <a:pt x="3228957" y="780135"/>
                  <a:pt x="3225762" y="789187"/>
                </a:cubicBezTo>
                <a:cubicBezTo>
                  <a:pt x="3219905" y="790252"/>
                  <a:pt x="3214580" y="791317"/>
                  <a:pt x="3208723" y="792382"/>
                </a:cubicBezTo>
                <a:cubicBezTo>
                  <a:pt x="3145890" y="762030"/>
                  <a:pt x="3108617" y="714640"/>
                  <a:pt x="3106487" y="661924"/>
                </a:cubicBezTo>
                <a:lnTo>
                  <a:pt x="3106487" y="651807"/>
                </a:lnTo>
                <a:cubicBezTo>
                  <a:pt x="3106487" y="650742"/>
                  <a:pt x="3106487" y="649677"/>
                  <a:pt x="3106487" y="648612"/>
                </a:cubicBezTo>
                <a:close/>
                <a:moveTo>
                  <a:pt x="1575074" y="608144"/>
                </a:moveTo>
                <a:cubicBezTo>
                  <a:pt x="1566022" y="610274"/>
                  <a:pt x="1558567" y="612936"/>
                  <a:pt x="1552710" y="616131"/>
                </a:cubicBezTo>
                <a:cubicBezTo>
                  <a:pt x="1533541" y="625184"/>
                  <a:pt x="1526618" y="640625"/>
                  <a:pt x="1527684" y="671509"/>
                </a:cubicBezTo>
                <a:cubicBezTo>
                  <a:pt x="1533541" y="670444"/>
                  <a:pt x="1543658" y="663522"/>
                  <a:pt x="1552710" y="655535"/>
                </a:cubicBezTo>
                <a:cubicBezTo>
                  <a:pt x="1567087" y="640625"/>
                  <a:pt x="1581997" y="621456"/>
                  <a:pt x="1575074" y="608144"/>
                </a:cubicBezTo>
                <a:close/>
                <a:moveTo>
                  <a:pt x="2635775" y="472893"/>
                </a:moveTo>
                <a:cubicBezTo>
                  <a:pt x="2661867" y="492062"/>
                  <a:pt x="2661867" y="492062"/>
                  <a:pt x="2689556" y="508037"/>
                </a:cubicBezTo>
                <a:cubicBezTo>
                  <a:pt x="2720972" y="548505"/>
                  <a:pt x="2667191" y="610274"/>
                  <a:pt x="2608619" y="661392"/>
                </a:cubicBezTo>
                <a:lnTo>
                  <a:pt x="2608619" y="553830"/>
                </a:lnTo>
                <a:cubicBezTo>
                  <a:pt x="2619801" y="526674"/>
                  <a:pt x="2619801" y="490997"/>
                  <a:pt x="2635775" y="472893"/>
                </a:cubicBezTo>
                <a:close/>
                <a:moveTo>
                  <a:pt x="1655479" y="448932"/>
                </a:moveTo>
                <a:cubicBezTo>
                  <a:pt x="1629387" y="465971"/>
                  <a:pt x="1601166" y="478218"/>
                  <a:pt x="1578801" y="495257"/>
                </a:cubicBezTo>
                <a:cubicBezTo>
                  <a:pt x="1568685" y="503246"/>
                  <a:pt x="1558567" y="512298"/>
                  <a:pt x="1552710" y="523480"/>
                </a:cubicBezTo>
                <a:cubicBezTo>
                  <a:pt x="1545788" y="534662"/>
                  <a:pt x="1542593" y="547441"/>
                  <a:pt x="1542061" y="562351"/>
                </a:cubicBezTo>
                <a:cubicBezTo>
                  <a:pt x="1545255" y="561286"/>
                  <a:pt x="1548983" y="560221"/>
                  <a:pt x="1552177" y="558091"/>
                </a:cubicBezTo>
                <a:cubicBezTo>
                  <a:pt x="1561230" y="554896"/>
                  <a:pt x="1570282" y="550104"/>
                  <a:pt x="1578269" y="545844"/>
                </a:cubicBezTo>
                <a:cubicBezTo>
                  <a:pt x="1604361" y="532000"/>
                  <a:pt x="1626725" y="514960"/>
                  <a:pt x="1642699" y="481413"/>
                </a:cubicBezTo>
                <a:cubicBezTo>
                  <a:pt x="1656544" y="473426"/>
                  <a:pt x="1656544" y="473426"/>
                  <a:pt x="1667726" y="461179"/>
                </a:cubicBezTo>
                <a:cubicBezTo>
                  <a:pt x="1666661" y="456919"/>
                  <a:pt x="1666661" y="452127"/>
                  <a:pt x="1666661" y="449997"/>
                </a:cubicBezTo>
                <a:cubicBezTo>
                  <a:pt x="1662401" y="448932"/>
                  <a:pt x="1658673" y="448932"/>
                  <a:pt x="1655479" y="448932"/>
                </a:cubicBezTo>
                <a:close/>
                <a:moveTo>
                  <a:pt x="3171982" y="389826"/>
                </a:moveTo>
                <a:cubicBezTo>
                  <a:pt x="3177839" y="394086"/>
                  <a:pt x="3183164" y="398878"/>
                  <a:pt x="3189021" y="403138"/>
                </a:cubicBezTo>
                <a:cubicBezTo>
                  <a:pt x="3195411" y="419112"/>
                  <a:pt x="3213515" y="436684"/>
                  <a:pt x="3234814" y="454789"/>
                </a:cubicBezTo>
                <a:cubicBezTo>
                  <a:pt x="3261971" y="478751"/>
                  <a:pt x="3292322" y="501115"/>
                  <a:pt x="3313621" y="520285"/>
                </a:cubicBezTo>
                <a:cubicBezTo>
                  <a:pt x="3315751" y="575130"/>
                  <a:pt x="3283270" y="591104"/>
                  <a:pt x="3234814" y="600156"/>
                </a:cubicBezTo>
                <a:lnTo>
                  <a:pt x="3233749" y="600156"/>
                </a:lnTo>
                <a:cubicBezTo>
                  <a:pt x="3231619" y="578857"/>
                  <a:pt x="3231619" y="558623"/>
                  <a:pt x="3230554" y="538389"/>
                </a:cubicBezTo>
                <a:cubicBezTo>
                  <a:pt x="3204463" y="506973"/>
                  <a:pt x="3123526" y="421242"/>
                  <a:pt x="3171982" y="389826"/>
                </a:cubicBezTo>
                <a:close/>
                <a:moveTo>
                  <a:pt x="2558565" y="235940"/>
                </a:moveTo>
                <a:cubicBezTo>
                  <a:pt x="2573475" y="244992"/>
                  <a:pt x="2588917" y="248187"/>
                  <a:pt x="2599034" y="279603"/>
                </a:cubicBezTo>
                <a:cubicBezTo>
                  <a:pt x="2586787" y="368527"/>
                  <a:pt x="2575605" y="468633"/>
                  <a:pt x="2550578" y="565545"/>
                </a:cubicBezTo>
                <a:cubicBezTo>
                  <a:pt x="2550578" y="572467"/>
                  <a:pt x="2550578" y="578858"/>
                  <a:pt x="2551643" y="586845"/>
                </a:cubicBezTo>
                <a:cubicBezTo>
                  <a:pt x="2584125" y="586845"/>
                  <a:pt x="2599034" y="571934"/>
                  <a:pt x="2608086" y="553298"/>
                </a:cubicBezTo>
                <a:lnTo>
                  <a:pt x="2608086" y="660327"/>
                </a:lnTo>
                <a:cubicBezTo>
                  <a:pt x="2562825" y="698665"/>
                  <a:pt x="2513305" y="731147"/>
                  <a:pt x="2497863" y="743394"/>
                </a:cubicBezTo>
                <a:cubicBezTo>
                  <a:pt x="2480823" y="791849"/>
                  <a:pt x="2464317" y="841370"/>
                  <a:pt x="2447277" y="890891"/>
                </a:cubicBezTo>
                <a:cubicBezTo>
                  <a:pt x="2350898" y="1040517"/>
                  <a:pt x="2280077" y="1158728"/>
                  <a:pt x="2113411" y="1193339"/>
                </a:cubicBezTo>
                <a:cubicBezTo>
                  <a:pt x="2112346" y="1190144"/>
                  <a:pt x="2111281" y="1186417"/>
                  <a:pt x="2110217" y="1183222"/>
                </a:cubicBezTo>
                <a:cubicBezTo>
                  <a:pt x="2111281" y="1180027"/>
                  <a:pt x="2112346" y="1176300"/>
                  <a:pt x="2114476" y="1174170"/>
                </a:cubicBezTo>
                <a:cubicBezTo>
                  <a:pt x="2253986" y="1123584"/>
                  <a:pt x="2366873" y="964905"/>
                  <a:pt x="2394562" y="811551"/>
                </a:cubicBezTo>
                <a:cubicBezTo>
                  <a:pt x="2393497" y="808356"/>
                  <a:pt x="2393497" y="804629"/>
                  <a:pt x="2393497" y="801434"/>
                </a:cubicBezTo>
                <a:cubicBezTo>
                  <a:pt x="2341846" y="808356"/>
                  <a:pt x="2295520" y="826461"/>
                  <a:pt x="2250259" y="827526"/>
                </a:cubicBezTo>
                <a:cubicBezTo>
                  <a:pt x="2159204" y="774810"/>
                  <a:pt x="2212985" y="762031"/>
                  <a:pt x="2286467" y="748719"/>
                </a:cubicBezTo>
                <a:cubicBezTo>
                  <a:pt x="2337054" y="723692"/>
                  <a:pt x="2387639" y="694938"/>
                  <a:pt x="2433965" y="653937"/>
                </a:cubicBezTo>
                <a:cubicBezTo>
                  <a:pt x="2470174" y="535726"/>
                  <a:pt x="2509577" y="416450"/>
                  <a:pt x="2525019" y="300370"/>
                </a:cubicBezTo>
                <a:cubicBezTo>
                  <a:pt x="2546318" y="276941"/>
                  <a:pt x="2513837" y="252979"/>
                  <a:pt x="2558565" y="235940"/>
                </a:cubicBezTo>
                <a:close/>
                <a:moveTo>
                  <a:pt x="3528210" y="194459"/>
                </a:moveTo>
                <a:lnTo>
                  <a:pt x="3528210" y="484076"/>
                </a:lnTo>
                <a:lnTo>
                  <a:pt x="3528743" y="483543"/>
                </a:lnTo>
                <a:lnTo>
                  <a:pt x="3528743" y="484076"/>
                </a:lnTo>
                <a:cubicBezTo>
                  <a:pt x="3508509" y="505375"/>
                  <a:pt x="3468041" y="540519"/>
                  <a:pt x="3495197" y="562883"/>
                </a:cubicBezTo>
                <a:cubicBezTo>
                  <a:pt x="3505314" y="561285"/>
                  <a:pt x="3512103" y="557558"/>
                  <a:pt x="3517161" y="553165"/>
                </a:cubicBezTo>
                <a:lnTo>
                  <a:pt x="3528210" y="540085"/>
                </a:lnTo>
                <a:lnTo>
                  <a:pt x="3528210" y="656599"/>
                </a:lnTo>
                <a:lnTo>
                  <a:pt x="3528743" y="656327"/>
                </a:lnTo>
                <a:lnTo>
                  <a:pt x="3528743" y="656599"/>
                </a:lnTo>
                <a:cubicBezTo>
                  <a:pt x="3488274" y="681626"/>
                  <a:pt x="3448871" y="708250"/>
                  <a:pt x="3406273" y="719432"/>
                </a:cubicBezTo>
                <a:cubicBezTo>
                  <a:pt x="3405208" y="715172"/>
                  <a:pt x="3403078" y="711445"/>
                  <a:pt x="3403078" y="707185"/>
                </a:cubicBezTo>
                <a:cubicBezTo>
                  <a:pt x="3430235" y="686951"/>
                  <a:pt x="3492002" y="651807"/>
                  <a:pt x="3496262" y="620391"/>
                </a:cubicBezTo>
                <a:cubicBezTo>
                  <a:pt x="3436624" y="593234"/>
                  <a:pt x="3443547" y="596962"/>
                  <a:pt x="3394026" y="629443"/>
                </a:cubicBezTo>
                <a:cubicBezTo>
                  <a:pt x="3321076" y="652872"/>
                  <a:pt x="3292855" y="661924"/>
                  <a:pt x="3246529" y="710380"/>
                </a:cubicBezTo>
                <a:cubicBezTo>
                  <a:pt x="3242269" y="722627"/>
                  <a:pt x="3238542" y="737536"/>
                  <a:pt x="3235347" y="750848"/>
                </a:cubicBezTo>
                <a:lnTo>
                  <a:pt x="3235347" y="665652"/>
                </a:lnTo>
                <a:cubicBezTo>
                  <a:pt x="3275815" y="624118"/>
                  <a:pt x="3325336" y="599092"/>
                  <a:pt x="3367934" y="560753"/>
                </a:cubicBezTo>
                <a:cubicBezTo>
                  <a:pt x="3368999" y="548506"/>
                  <a:pt x="3368999" y="535726"/>
                  <a:pt x="3370064" y="524544"/>
                </a:cubicBezTo>
                <a:cubicBezTo>
                  <a:pt x="3386039" y="523479"/>
                  <a:pt x="3402545" y="522414"/>
                  <a:pt x="3419585" y="520285"/>
                </a:cubicBezTo>
                <a:cubicBezTo>
                  <a:pt x="3457923" y="476621"/>
                  <a:pt x="3518626" y="380774"/>
                  <a:pt x="3511704" y="329123"/>
                </a:cubicBezTo>
                <a:cubicBezTo>
                  <a:pt x="3474430" y="329123"/>
                  <a:pt x="3438754" y="354150"/>
                  <a:pt x="3411598" y="341370"/>
                </a:cubicBezTo>
                <a:cubicBezTo>
                  <a:pt x="3410532" y="301967"/>
                  <a:pt x="3417455" y="305162"/>
                  <a:pt x="3447806" y="282798"/>
                </a:cubicBezTo>
                <a:close/>
                <a:moveTo>
                  <a:pt x="52315" y="184090"/>
                </a:moveTo>
                <a:cubicBezTo>
                  <a:pt x="64296" y="184023"/>
                  <a:pt x="76676" y="185088"/>
                  <a:pt x="88391" y="188017"/>
                </a:cubicBezTo>
                <a:cubicBezTo>
                  <a:pt x="129925" y="196004"/>
                  <a:pt x="167198" y="221030"/>
                  <a:pt x="158146" y="272682"/>
                </a:cubicBezTo>
                <a:cubicBezTo>
                  <a:pt x="156016" y="288124"/>
                  <a:pt x="149094" y="290254"/>
                  <a:pt x="137912" y="296111"/>
                </a:cubicBezTo>
                <a:cubicBezTo>
                  <a:pt x="125132" y="301436"/>
                  <a:pt x="113950" y="306228"/>
                  <a:pt x="102768" y="308358"/>
                </a:cubicBezTo>
                <a:cubicBezTo>
                  <a:pt x="98508" y="309423"/>
                  <a:pt x="92651" y="309423"/>
                  <a:pt x="88391" y="309423"/>
                </a:cubicBezTo>
                <a:cubicBezTo>
                  <a:pt x="85729" y="309423"/>
                  <a:pt x="83599" y="309423"/>
                  <a:pt x="81469" y="309423"/>
                </a:cubicBezTo>
                <a:cubicBezTo>
                  <a:pt x="75612" y="306228"/>
                  <a:pt x="69754" y="303566"/>
                  <a:pt x="65494" y="299306"/>
                </a:cubicBezTo>
                <a:cubicBezTo>
                  <a:pt x="29286" y="271617"/>
                  <a:pt x="10117" y="229550"/>
                  <a:pt x="18636" y="186952"/>
                </a:cubicBezTo>
                <a:cubicBezTo>
                  <a:pt x="28753" y="185354"/>
                  <a:pt x="40334" y="184156"/>
                  <a:pt x="52315" y="184090"/>
                </a:cubicBezTo>
                <a:close/>
                <a:moveTo>
                  <a:pt x="697548" y="95897"/>
                </a:moveTo>
                <a:cubicBezTo>
                  <a:pt x="698613" y="118261"/>
                  <a:pt x="698613" y="141690"/>
                  <a:pt x="698613" y="166717"/>
                </a:cubicBezTo>
                <a:cubicBezTo>
                  <a:pt x="703938" y="163522"/>
                  <a:pt x="708730" y="160859"/>
                  <a:pt x="712990" y="157665"/>
                </a:cubicBezTo>
                <a:cubicBezTo>
                  <a:pt x="717250" y="154470"/>
                  <a:pt x="721510" y="150210"/>
                  <a:pt x="727367" y="144353"/>
                </a:cubicBezTo>
                <a:cubicBezTo>
                  <a:pt x="727367" y="122521"/>
                  <a:pt x="723107" y="107079"/>
                  <a:pt x="712990" y="99092"/>
                </a:cubicBezTo>
                <a:cubicBezTo>
                  <a:pt x="708198" y="96962"/>
                  <a:pt x="703938" y="95897"/>
                  <a:pt x="697548" y="95897"/>
                </a:cubicBezTo>
                <a:close/>
                <a:moveTo>
                  <a:pt x="1785205" y="42774"/>
                </a:moveTo>
                <a:cubicBezTo>
                  <a:pt x="1804873" y="40852"/>
                  <a:pt x="1812561" y="45445"/>
                  <a:pt x="1825341" y="84183"/>
                </a:cubicBezTo>
                <a:cubicBezTo>
                  <a:pt x="1816289" y="113469"/>
                  <a:pt x="1785937" y="129444"/>
                  <a:pt x="1779015" y="158730"/>
                </a:cubicBezTo>
                <a:cubicBezTo>
                  <a:pt x="1800314" y="148613"/>
                  <a:pt x="1820548" y="141691"/>
                  <a:pt x="1835458" y="118262"/>
                </a:cubicBezTo>
                <a:cubicBezTo>
                  <a:pt x="1858887" y="111339"/>
                  <a:pt x="1892966" y="127314"/>
                  <a:pt x="1895628" y="150211"/>
                </a:cubicBezTo>
                <a:lnTo>
                  <a:pt x="1895628" y="158198"/>
                </a:lnTo>
                <a:cubicBezTo>
                  <a:pt x="1893498" y="168315"/>
                  <a:pt x="1887641" y="179497"/>
                  <a:pt x="1873264" y="191744"/>
                </a:cubicBezTo>
                <a:cubicBezTo>
                  <a:pt x="1795522" y="219433"/>
                  <a:pt x="1708728" y="253512"/>
                  <a:pt x="1646959" y="304097"/>
                </a:cubicBezTo>
                <a:cubicBezTo>
                  <a:pt x="1623530" y="332319"/>
                  <a:pt x="1600633" y="360540"/>
                  <a:pt x="1578269" y="388761"/>
                </a:cubicBezTo>
                <a:cubicBezTo>
                  <a:pt x="1564425" y="398879"/>
                  <a:pt x="1556438" y="404736"/>
                  <a:pt x="1552177" y="408996"/>
                </a:cubicBezTo>
                <a:cubicBezTo>
                  <a:pt x="1544190" y="418048"/>
                  <a:pt x="1543126" y="424438"/>
                  <a:pt x="1536203" y="450529"/>
                </a:cubicBezTo>
                <a:cubicBezTo>
                  <a:pt x="1540996" y="449464"/>
                  <a:pt x="1546320" y="448399"/>
                  <a:pt x="1552177" y="446269"/>
                </a:cubicBezTo>
                <a:cubicBezTo>
                  <a:pt x="1560165" y="443074"/>
                  <a:pt x="1569217" y="438815"/>
                  <a:pt x="1578269" y="432957"/>
                </a:cubicBezTo>
                <a:cubicBezTo>
                  <a:pt x="1645894" y="395684"/>
                  <a:pt x="1747066" y="322734"/>
                  <a:pt x="1765170" y="431892"/>
                </a:cubicBezTo>
                <a:cubicBezTo>
                  <a:pt x="1802444" y="468101"/>
                  <a:pt x="1780080" y="479283"/>
                  <a:pt x="1742807" y="521882"/>
                </a:cubicBezTo>
                <a:cubicBezTo>
                  <a:pt x="1680505" y="573533"/>
                  <a:pt x="1641102" y="655535"/>
                  <a:pt x="1578269" y="711978"/>
                </a:cubicBezTo>
                <a:cubicBezTo>
                  <a:pt x="1570282" y="719965"/>
                  <a:pt x="1561230" y="726355"/>
                  <a:pt x="1552177" y="732212"/>
                </a:cubicBezTo>
                <a:cubicBezTo>
                  <a:pt x="1552177" y="735407"/>
                  <a:pt x="1552177" y="740199"/>
                  <a:pt x="1552177" y="744459"/>
                </a:cubicBezTo>
                <a:cubicBezTo>
                  <a:pt x="1559100" y="744459"/>
                  <a:pt x="1568152" y="741797"/>
                  <a:pt x="1578269" y="737537"/>
                </a:cubicBezTo>
                <a:cubicBezTo>
                  <a:pt x="1624595" y="718900"/>
                  <a:pt x="1705533" y="668847"/>
                  <a:pt x="1734819" y="654470"/>
                </a:cubicBezTo>
                <a:cubicBezTo>
                  <a:pt x="1760378" y="662990"/>
                  <a:pt x="1767300" y="669912"/>
                  <a:pt x="1767300" y="708250"/>
                </a:cubicBezTo>
                <a:cubicBezTo>
                  <a:pt x="1722572" y="744459"/>
                  <a:pt x="1679440" y="774810"/>
                  <a:pt x="1648024" y="823266"/>
                </a:cubicBezTo>
                <a:cubicBezTo>
                  <a:pt x="1648024" y="866929"/>
                  <a:pt x="1683168" y="866929"/>
                  <a:pt x="1726832" y="893021"/>
                </a:cubicBezTo>
                <a:cubicBezTo>
                  <a:pt x="1753988" y="933489"/>
                  <a:pt x="1649089" y="994724"/>
                  <a:pt x="1578269" y="1037323"/>
                </a:cubicBezTo>
                <a:cubicBezTo>
                  <a:pt x="1569217" y="1043180"/>
                  <a:pt x="1560165" y="1048505"/>
                  <a:pt x="1552177" y="1054362"/>
                </a:cubicBezTo>
                <a:cubicBezTo>
                  <a:pt x="1542061" y="1060219"/>
                  <a:pt x="1534606" y="1066077"/>
                  <a:pt x="1528749" y="1070337"/>
                </a:cubicBezTo>
                <a:cubicBezTo>
                  <a:pt x="1524489" y="1079389"/>
                  <a:pt x="1524489" y="1079389"/>
                  <a:pt x="1518631" y="1185352"/>
                </a:cubicBezTo>
                <a:cubicBezTo>
                  <a:pt x="1518631" y="1217833"/>
                  <a:pt x="1520761" y="1250847"/>
                  <a:pt x="1521826" y="1284393"/>
                </a:cubicBezTo>
                <a:cubicBezTo>
                  <a:pt x="1521826" y="1296641"/>
                  <a:pt x="1512774" y="1310485"/>
                  <a:pt x="1499462" y="1313680"/>
                </a:cubicBezTo>
                <a:cubicBezTo>
                  <a:pt x="1444617" y="1265224"/>
                  <a:pt x="1447812" y="1175235"/>
                  <a:pt x="1437694" y="1117727"/>
                </a:cubicBezTo>
                <a:cubicBezTo>
                  <a:pt x="1387109" y="1109740"/>
                  <a:pt x="1384446" y="1111870"/>
                  <a:pt x="1380187" y="1071402"/>
                </a:cubicBezTo>
                <a:cubicBezTo>
                  <a:pt x="1410538" y="1064479"/>
                  <a:pt x="1410538" y="1064479"/>
                  <a:pt x="1437694" y="1051167"/>
                </a:cubicBezTo>
                <a:cubicBezTo>
                  <a:pt x="1451539" y="1021881"/>
                  <a:pt x="1442487" y="936152"/>
                  <a:pt x="1434500" y="916982"/>
                </a:cubicBezTo>
                <a:cubicBezTo>
                  <a:pt x="1383914" y="918047"/>
                  <a:pt x="1327471" y="990465"/>
                  <a:pt x="1285938" y="1011764"/>
                </a:cubicBezTo>
                <a:cubicBezTo>
                  <a:pt x="1239612" y="1064479"/>
                  <a:pt x="1219378" y="1061284"/>
                  <a:pt x="1167727" y="1035193"/>
                </a:cubicBezTo>
                <a:cubicBezTo>
                  <a:pt x="1168792" y="1030933"/>
                  <a:pt x="1169857" y="1027206"/>
                  <a:pt x="1169857" y="1024011"/>
                </a:cubicBezTo>
                <a:cubicBezTo>
                  <a:pt x="1220975" y="1004842"/>
                  <a:pt x="1411070" y="886631"/>
                  <a:pt x="1422253" y="824863"/>
                </a:cubicBezTo>
                <a:cubicBezTo>
                  <a:pt x="1408408" y="822733"/>
                  <a:pt x="1408408" y="822733"/>
                  <a:pt x="1397226" y="814746"/>
                </a:cubicBezTo>
                <a:cubicBezTo>
                  <a:pt x="1397226" y="810486"/>
                  <a:pt x="1397226" y="805694"/>
                  <a:pt x="1397226" y="802499"/>
                </a:cubicBezTo>
                <a:cubicBezTo>
                  <a:pt x="1406278" y="795045"/>
                  <a:pt x="1417460" y="787057"/>
                  <a:pt x="1427577" y="779070"/>
                </a:cubicBezTo>
                <a:cubicBezTo>
                  <a:pt x="1435565" y="760966"/>
                  <a:pt x="1443552" y="703458"/>
                  <a:pt x="1435565" y="692276"/>
                </a:cubicBezTo>
                <a:cubicBezTo>
                  <a:pt x="1378057" y="692276"/>
                  <a:pt x="1354628" y="803564"/>
                  <a:pt x="1289133" y="782265"/>
                </a:cubicBezTo>
                <a:cubicBezTo>
                  <a:pt x="1253989" y="803564"/>
                  <a:pt x="1192221" y="854150"/>
                  <a:pt x="1153883" y="833916"/>
                </a:cubicBezTo>
                <a:cubicBezTo>
                  <a:pt x="1153883" y="824863"/>
                  <a:pt x="1154948" y="816876"/>
                  <a:pt x="1156013" y="808889"/>
                </a:cubicBezTo>
                <a:cubicBezTo>
                  <a:pt x="1188494" y="793447"/>
                  <a:pt x="1216715" y="771615"/>
                  <a:pt x="1263041" y="748186"/>
                </a:cubicBezTo>
                <a:cubicBezTo>
                  <a:pt x="1285405" y="708783"/>
                  <a:pt x="1263041" y="666184"/>
                  <a:pt x="1306704" y="656067"/>
                </a:cubicBezTo>
                <a:cubicBezTo>
                  <a:pt x="1312562" y="662990"/>
                  <a:pt x="1316822" y="669379"/>
                  <a:pt x="1323744" y="676302"/>
                </a:cubicBezTo>
                <a:cubicBezTo>
                  <a:pt x="1436630" y="675237"/>
                  <a:pt x="1438759" y="507505"/>
                  <a:pt x="1440889" y="435620"/>
                </a:cubicBezTo>
                <a:cubicBezTo>
                  <a:pt x="1463254" y="394086"/>
                  <a:pt x="1518099" y="401009"/>
                  <a:pt x="1523956" y="343501"/>
                </a:cubicBezTo>
                <a:cubicBezTo>
                  <a:pt x="1433967" y="356280"/>
                  <a:pt x="1443019" y="445204"/>
                  <a:pt x="1376459" y="458516"/>
                </a:cubicBezTo>
                <a:cubicBezTo>
                  <a:pt x="1366342" y="454256"/>
                  <a:pt x="1357290" y="450529"/>
                  <a:pt x="1348238" y="446269"/>
                </a:cubicBezTo>
                <a:cubicBezTo>
                  <a:pt x="1270496" y="446269"/>
                  <a:pt x="1234287" y="529337"/>
                  <a:pt x="1161337" y="469698"/>
                </a:cubicBezTo>
                <a:cubicBezTo>
                  <a:pt x="1161337" y="466503"/>
                  <a:pt x="1161337" y="462776"/>
                  <a:pt x="1161337" y="459581"/>
                </a:cubicBezTo>
                <a:cubicBezTo>
                  <a:pt x="1269431" y="405801"/>
                  <a:pt x="1269431" y="405801"/>
                  <a:pt x="1337056" y="376514"/>
                </a:cubicBezTo>
                <a:cubicBezTo>
                  <a:pt x="1385511" y="333916"/>
                  <a:pt x="1353030" y="247122"/>
                  <a:pt x="1363147" y="194406"/>
                </a:cubicBezTo>
                <a:cubicBezTo>
                  <a:pt x="1417993" y="193341"/>
                  <a:pt x="1415863" y="282265"/>
                  <a:pt x="1453136" y="312617"/>
                </a:cubicBezTo>
                <a:cubicBezTo>
                  <a:pt x="1485617" y="299305"/>
                  <a:pt x="1518631" y="285460"/>
                  <a:pt x="1552177" y="273213"/>
                </a:cubicBezTo>
                <a:cubicBezTo>
                  <a:pt x="1561230" y="270018"/>
                  <a:pt x="1569217" y="266291"/>
                  <a:pt x="1578269" y="263096"/>
                </a:cubicBezTo>
                <a:cubicBezTo>
                  <a:pt x="1584126" y="260434"/>
                  <a:pt x="1590516" y="258304"/>
                  <a:pt x="1596374" y="256174"/>
                </a:cubicBezTo>
                <a:cubicBezTo>
                  <a:pt x="1649622" y="190147"/>
                  <a:pt x="1705533" y="112404"/>
                  <a:pt x="1760911" y="45844"/>
                </a:cubicBezTo>
                <a:cubicBezTo>
                  <a:pt x="1770762" y="44779"/>
                  <a:pt x="1778649" y="43415"/>
                  <a:pt x="1785205" y="42774"/>
                </a:cubicBezTo>
                <a:close/>
                <a:moveTo>
                  <a:pt x="677122" y="5334"/>
                </a:moveTo>
                <a:cubicBezTo>
                  <a:pt x="695418" y="7505"/>
                  <a:pt x="706600" y="24278"/>
                  <a:pt x="708198" y="55428"/>
                </a:cubicBezTo>
                <a:cubicBezTo>
                  <a:pt x="710328" y="55428"/>
                  <a:pt x="711393" y="55428"/>
                  <a:pt x="712458" y="55428"/>
                </a:cubicBezTo>
                <a:cubicBezTo>
                  <a:pt x="749731" y="57558"/>
                  <a:pt x="810434" y="104949"/>
                  <a:pt x="836526" y="143288"/>
                </a:cubicBezTo>
                <a:cubicBezTo>
                  <a:pt x="831733" y="191743"/>
                  <a:pt x="761978" y="242329"/>
                  <a:pt x="712458" y="269485"/>
                </a:cubicBezTo>
                <a:cubicBezTo>
                  <a:pt x="703406" y="273745"/>
                  <a:pt x="697016" y="277472"/>
                  <a:pt x="690094" y="280667"/>
                </a:cubicBezTo>
                <a:cubicBezTo>
                  <a:pt x="638443" y="327526"/>
                  <a:pt x="659742" y="366929"/>
                  <a:pt x="668794" y="420177"/>
                </a:cubicBezTo>
                <a:cubicBezTo>
                  <a:pt x="670924" y="428164"/>
                  <a:pt x="670924" y="429229"/>
                  <a:pt x="666664" y="435086"/>
                </a:cubicBezTo>
                <a:cubicBezTo>
                  <a:pt x="665599" y="437749"/>
                  <a:pt x="663470" y="439879"/>
                  <a:pt x="662405" y="440944"/>
                </a:cubicBezTo>
                <a:cubicBezTo>
                  <a:pt x="645898" y="465438"/>
                  <a:pt x="624599" y="494724"/>
                  <a:pt x="608624" y="524011"/>
                </a:cubicBezTo>
                <a:cubicBezTo>
                  <a:pt x="596377" y="546375"/>
                  <a:pt x="585195" y="569271"/>
                  <a:pt x="579338" y="591636"/>
                </a:cubicBezTo>
                <a:cubicBezTo>
                  <a:pt x="589455" y="584713"/>
                  <a:pt x="598507" y="577259"/>
                  <a:pt x="608624" y="570336"/>
                </a:cubicBezTo>
                <a:cubicBezTo>
                  <a:pt x="640573" y="545310"/>
                  <a:pt x="674119" y="521881"/>
                  <a:pt x="712458" y="512829"/>
                </a:cubicBezTo>
                <a:cubicBezTo>
                  <a:pt x="713523" y="511764"/>
                  <a:pt x="714588" y="511764"/>
                  <a:pt x="716718" y="511764"/>
                </a:cubicBezTo>
                <a:cubicBezTo>
                  <a:pt x="743874" y="531998"/>
                  <a:pt x="731627" y="555959"/>
                  <a:pt x="712458" y="579389"/>
                </a:cubicBezTo>
                <a:cubicBezTo>
                  <a:pt x="693288" y="603350"/>
                  <a:pt x="666664" y="626779"/>
                  <a:pt x="660807" y="645949"/>
                </a:cubicBezTo>
                <a:cubicBezTo>
                  <a:pt x="666132" y="664053"/>
                  <a:pt x="697548" y="660858"/>
                  <a:pt x="704471" y="713573"/>
                </a:cubicBezTo>
                <a:cubicBezTo>
                  <a:pt x="667729" y="863200"/>
                  <a:pt x="684236" y="1013360"/>
                  <a:pt x="710328" y="1175233"/>
                </a:cubicBezTo>
                <a:cubicBezTo>
                  <a:pt x="702341" y="1210910"/>
                  <a:pt x="652820" y="1217832"/>
                  <a:pt x="625663" y="1217832"/>
                </a:cubicBezTo>
                <a:cubicBezTo>
                  <a:pt x="619806" y="1213040"/>
                  <a:pt x="614481" y="1207715"/>
                  <a:pt x="608624" y="1200792"/>
                </a:cubicBezTo>
                <a:cubicBezTo>
                  <a:pt x="581468" y="1169376"/>
                  <a:pt x="558038" y="1116661"/>
                  <a:pt x="561233" y="1090569"/>
                </a:cubicBezTo>
                <a:cubicBezTo>
                  <a:pt x="592650" y="1103349"/>
                  <a:pt x="594247" y="1104414"/>
                  <a:pt x="608624" y="1105479"/>
                </a:cubicBezTo>
                <a:cubicBezTo>
                  <a:pt x="608624" y="1105479"/>
                  <a:pt x="609689" y="1105479"/>
                  <a:pt x="610754" y="1105479"/>
                </a:cubicBezTo>
                <a:cubicBezTo>
                  <a:pt x="620871" y="1076192"/>
                  <a:pt x="617676" y="1029866"/>
                  <a:pt x="608624" y="1008567"/>
                </a:cubicBezTo>
                <a:cubicBezTo>
                  <a:pt x="607559" y="1007502"/>
                  <a:pt x="606494" y="1006437"/>
                  <a:pt x="606494" y="1005372"/>
                </a:cubicBezTo>
                <a:cubicBezTo>
                  <a:pt x="572948" y="994190"/>
                  <a:pt x="567091" y="994190"/>
                  <a:pt x="555909" y="972891"/>
                </a:cubicBezTo>
                <a:cubicBezTo>
                  <a:pt x="551649" y="972891"/>
                  <a:pt x="546856" y="972891"/>
                  <a:pt x="543662" y="973956"/>
                </a:cubicBezTo>
                <a:cubicBezTo>
                  <a:pt x="534609" y="995255"/>
                  <a:pt x="531947" y="1026672"/>
                  <a:pt x="518635" y="1072997"/>
                </a:cubicBezTo>
                <a:cubicBezTo>
                  <a:pt x="514375" y="1104946"/>
                  <a:pt x="518635" y="1256703"/>
                  <a:pt x="449945" y="1246586"/>
                </a:cubicBezTo>
                <a:cubicBezTo>
                  <a:pt x="417464" y="1219429"/>
                  <a:pt x="420659" y="1221559"/>
                  <a:pt x="419594" y="1188013"/>
                </a:cubicBezTo>
                <a:cubicBezTo>
                  <a:pt x="441958" y="1074062"/>
                  <a:pt x="465387" y="975021"/>
                  <a:pt x="500531" y="866928"/>
                </a:cubicBezTo>
                <a:cubicBezTo>
                  <a:pt x="503726" y="815277"/>
                  <a:pt x="529817" y="776939"/>
                  <a:pt x="542064" y="734340"/>
                </a:cubicBezTo>
                <a:cubicBezTo>
                  <a:pt x="499998" y="734340"/>
                  <a:pt x="463257" y="778536"/>
                  <a:pt x="438230" y="730080"/>
                </a:cubicBezTo>
                <a:cubicBezTo>
                  <a:pt x="438230" y="723158"/>
                  <a:pt x="438230" y="716768"/>
                  <a:pt x="439296" y="709846"/>
                </a:cubicBezTo>
                <a:cubicBezTo>
                  <a:pt x="497868" y="644351"/>
                  <a:pt x="505855" y="583648"/>
                  <a:pt x="487751" y="504841"/>
                </a:cubicBezTo>
                <a:cubicBezTo>
                  <a:pt x="486686" y="498984"/>
                  <a:pt x="492543" y="492062"/>
                  <a:pt x="494673" y="487802"/>
                </a:cubicBezTo>
                <a:cubicBezTo>
                  <a:pt x="508518" y="462775"/>
                  <a:pt x="528752" y="433489"/>
                  <a:pt x="520765" y="410060"/>
                </a:cubicBezTo>
                <a:cubicBezTo>
                  <a:pt x="481361" y="410060"/>
                  <a:pt x="436633" y="468633"/>
                  <a:pt x="410542" y="492062"/>
                </a:cubicBezTo>
                <a:cubicBezTo>
                  <a:pt x="350904" y="535725"/>
                  <a:pt x="344514" y="545842"/>
                  <a:pt x="317358" y="562882"/>
                </a:cubicBezTo>
                <a:cubicBezTo>
                  <a:pt x="230563" y="587908"/>
                  <a:pt x="229498" y="586843"/>
                  <a:pt x="217251" y="666715"/>
                </a:cubicBezTo>
                <a:cubicBezTo>
                  <a:pt x="223109" y="787056"/>
                  <a:pt x="199147" y="934553"/>
                  <a:pt x="155484" y="1054893"/>
                </a:cubicBezTo>
                <a:cubicBezTo>
                  <a:pt x="148561" y="1096959"/>
                  <a:pt x="143237" y="1138492"/>
                  <a:pt x="136314" y="1180026"/>
                </a:cubicBezTo>
                <a:cubicBezTo>
                  <a:pt x="136314" y="1218897"/>
                  <a:pt x="147496" y="1292379"/>
                  <a:pt x="100106" y="1312613"/>
                </a:cubicBezTo>
                <a:cubicBezTo>
                  <a:pt x="95846" y="1309951"/>
                  <a:pt x="91054" y="1307821"/>
                  <a:pt x="87859" y="1305691"/>
                </a:cubicBezTo>
                <a:cubicBezTo>
                  <a:pt x="58572" y="1289717"/>
                  <a:pt x="38338" y="1276405"/>
                  <a:pt x="21299" y="1256170"/>
                </a:cubicBezTo>
                <a:cubicBezTo>
                  <a:pt x="9052" y="1192805"/>
                  <a:pt x="9052" y="1192805"/>
                  <a:pt x="1064" y="1121985"/>
                </a:cubicBezTo>
                <a:cubicBezTo>
                  <a:pt x="1064" y="1084179"/>
                  <a:pt x="2129" y="1045841"/>
                  <a:pt x="2129" y="1009632"/>
                </a:cubicBezTo>
                <a:cubicBezTo>
                  <a:pt x="4259" y="937215"/>
                  <a:pt x="5324" y="866395"/>
                  <a:pt x="6389" y="796640"/>
                </a:cubicBezTo>
                <a:cubicBezTo>
                  <a:pt x="5324" y="770549"/>
                  <a:pt x="5324" y="744990"/>
                  <a:pt x="4259" y="718898"/>
                </a:cubicBezTo>
                <a:cubicBezTo>
                  <a:pt x="2129" y="692807"/>
                  <a:pt x="0" y="666183"/>
                  <a:pt x="0" y="639026"/>
                </a:cubicBezTo>
                <a:lnTo>
                  <a:pt x="0" y="632104"/>
                </a:lnTo>
                <a:cubicBezTo>
                  <a:pt x="0" y="576726"/>
                  <a:pt x="12779" y="526141"/>
                  <a:pt x="65495" y="504841"/>
                </a:cubicBezTo>
                <a:cubicBezTo>
                  <a:pt x="76677" y="510166"/>
                  <a:pt x="82001" y="521881"/>
                  <a:pt x="87859" y="536258"/>
                </a:cubicBezTo>
                <a:cubicBezTo>
                  <a:pt x="95846" y="559687"/>
                  <a:pt x="100106" y="590038"/>
                  <a:pt x="116080" y="617195"/>
                </a:cubicBezTo>
                <a:cubicBezTo>
                  <a:pt x="177848" y="637429"/>
                  <a:pt x="144302" y="715171"/>
                  <a:pt x="144302" y="775874"/>
                </a:cubicBezTo>
                <a:cubicBezTo>
                  <a:pt x="157614" y="754574"/>
                  <a:pt x="162406" y="724223"/>
                  <a:pt x="165601" y="702924"/>
                </a:cubicBezTo>
                <a:cubicBezTo>
                  <a:pt x="173588" y="601220"/>
                  <a:pt x="165601" y="565544"/>
                  <a:pt x="223109" y="498984"/>
                </a:cubicBezTo>
                <a:cubicBezTo>
                  <a:pt x="258252" y="476087"/>
                  <a:pt x="313098" y="445736"/>
                  <a:pt x="339189" y="424437"/>
                </a:cubicBezTo>
                <a:cubicBezTo>
                  <a:pt x="521830" y="322733"/>
                  <a:pt x="521830" y="322733"/>
                  <a:pt x="536207" y="310486"/>
                </a:cubicBezTo>
                <a:cubicBezTo>
                  <a:pt x="577740" y="245524"/>
                  <a:pt x="584130" y="161924"/>
                  <a:pt x="609157" y="91105"/>
                </a:cubicBezTo>
                <a:cubicBezTo>
                  <a:pt x="619274" y="60753"/>
                  <a:pt x="634183" y="31467"/>
                  <a:pt x="656547" y="8038"/>
                </a:cubicBezTo>
                <a:cubicBezTo>
                  <a:pt x="664135" y="5509"/>
                  <a:pt x="671024" y="4610"/>
                  <a:pt x="677122" y="5334"/>
                </a:cubicBezTo>
                <a:close/>
                <a:moveTo>
                  <a:pt x="3645157" y="983"/>
                </a:moveTo>
                <a:cubicBezTo>
                  <a:pt x="3663860" y="4710"/>
                  <a:pt x="3686358" y="18421"/>
                  <a:pt x="3704994" y="31467"/>
                </a:cubicBezTo>
                <a:cubicBezTo>
                  <a:pt x="3740138" y="88975"/>
                  <a:pt x="3691682" y="112404"/>
                  <a:pt x="3640564" y="159795"/>
                </a:cubicBezTo>
                <a:cubicBezTo>
                  <a:pt x="3611278" y="197068"/>
                  <a:pt x="3580926" y="237537"/>
                  <a:pt x="3543652" y="268953"/>
                </a:cubicBezTo>
                <a:cubicBezTo>
                  <a:pt x="3543652" y="271083"/>
                  <a:pt x="3544718" y="275875"/>
                  <a:pt x="3544718" y="279070"/>
                </a:cubicBezTo>
                <a:cubicBezTo>
                  <a:pt x="3595303" y="289187"/>
                  <a:pt x="3619265" y="274810"/>
                  <a:pt x="3621394" y="334448"/>
                </a:cubicBezTo>
                <a:cubicBezTo>
                  <a:pt x="3606485" y="359475"/>
                  <a:pt x="3580926" y="382904"/>
                  <a:pt x="3587849" y="419112"/>
                </a:cubicBezTo>
                <a:cubicBezTo>
                  <a:pt x="3663460" y="393021"/>
                  <a:pt x="3731086" y="354682"/>
                  <a:pt x="3812022" y="414853"/>
                </a:cubicBezTo>
                <a:cubicBezTo>
                  <a:pt x="3812022" y="416450"/>
                  <a:pt x="3812022" y="419112"/>
                  <a:pt x="3812022" y="421242"/>
                </a:cubicBezTo>
                <a:lnTo>
                  <a:pt x="3812022" y="443606"/>
                </a:lnTo>
                <a:cubicBezTo>
                  <a:pt x="3804035" y="511232"/>
                  <a:pt x="3718306" y="538389"/>
                  <a:pt x="3680500" y="594299"/>
                </a:cubicBezTo>
                <a:cubicBezTo>
                  <a:pt x="3671448" y="598559"/>
                  <a:pt x="3662396" y="604416"/>
                  <a:pt x="3654409" y="611339"/>
                </a:cubicBezTo>
                <a:cubicBezTo>
                  <a:pt x="3631245" y="611871"/>
                  <a:pt x="3609547" y="617462"/>
                  <a:pt x="3588713" y="625782"/>
                </a:cubicBezTo>
                <a:lnTo>
                  <a:pt x="3528743" y="656327"/>
                </a:lnTo>
                <a:lnTo>
                  <a:pt x="3528743" y="539454"/>
                </a:lnTo>
                <a:lnTo>
                  <a:pt x="3528210" y="540085"/>
                </a:lnTo>
                <a:lnTo>
                  <a:pt x="3528210" y="539454"/>
                </a:lnTo>
                <a:cubicBezTo>
                  <a:pt x="3539393" y="525077"/>
                  <a:pt x="3549510" y="514427"/>
                  <a:pt x="3607018" y="543714"/>
                </a:cubicBezTo>
                <a:cubicBezTo>
                  <a:pt x="3662396" y="536791"/>
                  <a:pt x="3687954" y="488336"/>
                  <a:pt x="3715111" y="446801"/>
                </a:cubicBezTo>
                <a:cubicBezTo>
                  <a:pt x="3702864" y="404203"/>
                  <a:pt x="3566549" y="469165"/>
                  <a:pt x="3537263" y="475024"/>
                </a:cubicBezTo>
                <a:lnTo>
                  <a:pt x="3528743" y="483543"/>
                </a:lnTo>
                <a:lnTo>
                  <a:pt x="3528743" y="193873"/>
                </a:lnTo>
                <a:lnTo>
                  <a:pt x="3528210" y="194459"/>
                </a:lnTo>
                <a:lnTo>
                  <a:pt x="3528210" y="193873"/>
                </a:lnTo>
                <a:cubicBezTo>
                  <a:pt x="3574537" y="146483"/>
                  <a:pt x="3615005" y="96962"/>
                  <a:pt x="3608082" y="30402"/>
                </a:cubicBezTo>
                <a:cubicBezTo>
                  <a:pt x="3611543" y="3512"/>
                  <a:pt x="3626453" y="-2745"/>
                  <a:pt x="3645157" y="983"/>
                </a:cubicBezTo>
                <a:close/>
              </a:path>
            </a:pathLst>
          </a:custGeom>
          <a:solidFill>
            <a:srgbClr val="81308C"/>
          </a:solidFill>
          <a:ln w="0">
            <a:noFill/>
          </a:ln>
        </p:spPr>
      </p:sp>
      <p:sp>
        <p:nvSpPr>
          <p:cNvPr id="7" name="original-template-logo-1"/>
          <p:cNvSpPr>
            <a:spLocks noGrp="1"/>
          </p:cNvSpPr>
          <p:nvPr/>
        </p:nvSpPr>
        <p:spPr>
          <a:xfrm>
            <a:off x="10622756" y="764953"/>
            <a:ext cx="1272159" cy="128302"/>
          </a:xfrm>
          <a:custGeom>
            <a:avLst/>
            <a:gdLst/>
            <a:ahLst/>
            <a:cxnLst/>
            <a:pathLst>
              <a:path w="3817880" h="420659">
                <a:moveTo>
                  <a:pt x="2873364" y="329175"/>
                </a:moveTo>
                <a:lnTo>
                  <a:pt x="2873364" y="302019"/>
                </a:lnTo>
                <a:cubicBezTo>
                  <a:pt x="2879221" y="303084"/>
                  <a:pt x="2885611" y="304149"/>
                  <a:pt x="2893598" y="304149"/>
                </a:cubicBezTo>
                <a:cubicBezTo>
                  <a:pt x="2903715" y="304149"/>
                  <a:pt x="2914898" y="302019"/>
                  <a:pt x="2926080" y="298291"/>
                </a:cubicBezTo>
                <a:cubicBezTo>
                  <a:pt x="2937262" y="294031"/>
                  <a:pt x="2949509" y="287109"/>
                  <a:pt x="2962288" y="278057"/>
                </a:cubicBezTo>
                <a:lnTo>
                  <a:pt x="2962288" y="303084"/>
                </a:lnTo>
                <a:cubicBezTo>
                  <a:pt x="2950041" y="312136"/>
                  <a:pt x="2936197" y="317993"/>
                  <a:pt x="2921820" y="322253"/>
                </a:cubicBezTo>
                <a:cubicBezTo>
                  <a:pt x="2908508" y="326513"/>
                  <a:pt x="2893598" y="329175"/>
                  <a:pt x="2880286" y="329175"/>
                </a:cubicBezTo>
                <a:cubicBezTo>
                  <a:pt x="2877624" y="329175"/>
                  <a:pt x="2875494" y="329175"/>
                  <a:pt x="2873364" y="329175"/>
                </a:cubicBezTo>
                <a:lnTo>
                  <a:pt x="2873364" y="329175"/>
                </a:lnTo>
                <a:close/>
                <a:moveTo>
                  <a:pt x="2873364" y="209367"/>
                </a:moveTo>
                <a:lnTo>
                  <a:pt x="2873364" y="191263"/>
                </a:lnTo>
                <a:lnTo>
                  <a:pt x="2922885" y="191263"/>
                </a:lnTo>
                <a:lnTo>
                  <a:pt x="2922885" y="184341"/>
                </a:lnTo>
                <a:cubicBezTo>
                  <a:pt x="2922885" y="166236"/>
                  <a:pt x="2919690" y="152924"/>
                  <a:pt x="2911703" y="143872"/>
                </a:cubicBezTo>
                <a:cubicBezTo>
                  <a:pt x="2903715" y="133755"/>
                  <a:pt x="2892533" y="128963"/>
                  <a:pt x="2878156" y="128963"/>
                </a:cubicBezTo>
                <a:cubicBezTo>
                  <a:pt x="2876027" y="128963"/>
                  <a:pt x="2874962" y="128963"/>
                  <a:pt x="2873897" y="128963"/>
                </a:cubicBezTo>
                <a:lnTo>
                  <a:pt x="2873897" y="109794"/>
                </a:lnTo>
                <a:cubicBezTo>
                  <a:pt x="2877091" y="109794"/>
                  <a:pt x="2880819" y="108729"/>
                  <a:pt x="2884014" y="108729"/>
                </a:cubicBezTo>
                <a:cubicBezTo>
                  <a:pt x="2909040" y="108729"/>
                  <a:pt x="2927677" y="116716"/>
                  <a:pt x="2941522" y="132158"/>
                </a:cubicBezTo>
                <a:cubicBezTo>
                  <a:pt x="2956431" y="148132"/>
                  <a:pt x="2962821" y="169431"/>
                  <a:pt x="2962821" y="194990"/>
                </a:cubicBezTo>
                <a:cubicBezTo>
                  <a:pt x="2962821" y="198185"/>
                  <a:pt x="2962821" y="201912"/>
                  <a:pt x="2962821" y="202978"/>
                </a:cubicBezTo>
                <a:cubicBezTo>
                  <a:pt x="2962821" y="205107"/>
                  <a:pt x="2962821" y="207237"/>
                  <a:pt x="2962821" y="208835"/>
                </a:cubicBezTo>
                <a:lnTo>
                  <a:pt x="2873364" y="208835"/>
                </a:lnTo>
                <a:lnTo>
                  <a:pt x="2873364" y="209367"/>
                </a:lnTo>
                <a:close/>
                <a:moveTo>
                  <a:pt x="2994770" y="325448"/>
                </a:moveTo>
                <a:lnTo>
                  <a:pt x="2994770" y="309473"/>
                </a:lnTo>
                <a:lnTo>
                  <a:pt x="3017134" y="307343"/>
                </a:lnTo>
                <a:lnTo>
                  <a:pt x="3025121" y="299356"/>
                </a:lnTo>
                <a:lnTo>
                  <a:pt x="3025121" y="141742"/>
                </a:lnTo>
                <a:lnTo>
                  <a:pt x="2994770" y="141742"/>
                </a:lnTo>
                <a:lnTo>
                  <a:pt x="2994770" y="127365"/>
                </a:lnTo>
                <a:lnTo>
                  <a:pt x="3045355" y="112456"/>
                </a:lnTo>
                <a:lnTo>
                  <a:pt x="3062395" y="112456"/>
                </a:lnTo>
                <a:lnTo>
                  <a:pt x="3062395" y="152924"/>
                </a:lnTo>
                <a:cubicBezTo>
                  <a:pt x="3069317" y="146002"/>
                  <a:pt x="3077304" y="138015"/>
                  <a:pt x="3083694" y="131625"/>
                </a:cubicBezTo>
                <a:cubicBezTo>
                  <a:pt x="3091681" y="124703"/>
                  <a:pt x="3100733" y="116716"/>
                  <a:pt x="3108720" y="110326"/>
                </a:cubicBezTo>
                <a:cubicBezTo>
                  <a:pt x="3109785" y="110326"/>
                  <a:pt x="3111915" y="110326"/>
                  <a:pt x="3112980" y="110326"/>
                </a:cubicBezTo>
                <a:cubicBezTo>
                  <a:pt x="3114045" y="110326"/>
                  <a:pt x="3116175" y="109261"/>
                  <a:pt x="3119902" y="109261"/>
                </a:cubicBezTo>
                <a:cubicBezTo>
                  <a:pt x="3124162" y="109261"/>
                  <a:pt x="3128955" y="110326"/>
                  <a:pt x="3132149" y="111391"/>
                </a:cubicBezTo>
                <a:cubicBezTo>
                  <a:pt x="3136409" y="112456"/>
                  <a:pt x="3141202" y="113521"/>
                  <a:pt x="3145461" y="115651"/>
                </a:cubicBezTo>
                <a:lnTo>
                  <a:pt x="3145461" y="152924"/>
                </a:lnTo>
                <a:lnTo>
                  <a:pt x="3132149" y="152924"/>
                </a:lnTo>
                <a:cubicBezTo>
                  <a:pt x="3128955" y="149730"/>
                  <a:pt x="3125227" y="147067"/>
                  <a:pt x="3122032" y="144937"/>
                </a:cubicBezTo>
                <a:cubicBezTo>
                  <a:pt x="3118837" y="143872"/>
                  <a:pt x="3114045" y="142807"/>
                  <a:pt x="3109785" y="142807"/>
                </a:cubicBezTo>
                <a:cubicBezTo>
                  <a:pt x="3102863" y="142807"/>
                  <a:pt x="3094876" y="144937"/>
                  <a:pt x="3087421" y="150794"/>
                </a:cubicBezTo>
                <a:cubicBezTo>
                  <a:pt x="3079434" y="155054"/>
                  <a:pt x="3071446" y="163042"/>
                  <a:pt x="3062395" y="174223"/>
                </a:cubicBezTo>
                <a:lnTo>
                  <a:pt x="3062395" y="299356"/>
                </a:lnTo>
                <a:lnTo>
                  <a:pt x="3069317" y="307343"/>
                </a:lnTo>
                <a:lnTo>
                  <a:pt x="3099668" y="309473"/>
                </a:lnTo>
                <a:lnTo>
                  <a:pt x="3099668" y="325448"/>
                </a:lnTo>
                <a:lnTo>
                  <a:pt x="2994770" y="325448"/>
                </a:lnTo>
                <a:lnTo>
                  <a:pt x="2994770" y="325448"/>
                </a:lnTo>
                <a:close/>
                <a:moveTo>
                  <a:pt x="3299880" y="119378"/>
                </a:moveTo>
                <a:lnTo>
                  <a:pt x="3299880" y="168899"/>
                </a:lnTo>
                <a:lnTo>
                  <a:pt x="3277516" y="168899"/>
                </a:lnTo>
                <a:lnTo>
                  <a:pt x="3274322" y="138547"/>
                </a:lnTo>
                <a:cubicBezTo>
                  <a:pt x="3268464" y="135353"/>
                  <a:pt x="3263139" y="132690"/>
                  <a:pt x="3257282" y="130560"/>
                </a:cubicBezTo>
                <a:cubicBezTo>
                  <a:pt x="3253022" y="129495"/>
                  <a:pt x="3247165" y="128430"/>
                  <a:pt x="3241308" y="128430"/>
                </a:cubicBezTo>
                <a:cubicBezTo>
                  <a:pt x="3230126" y="128430"/>
                  <a:pt x="3221074" y="131625"/>
                  <a:pt x="3215216" y="137482"/>
                </a:cubicBezTo>
                <a:cubicBezTo>
                  <a:pt x="3208294" y="143340"/>
                  <a:pt x="3205099" y="149730"/>
                  <a:pt x="3205099" y="159847"/>
                </a:cubicBezTo>
                <a:cubicBezTo>
                  <a:pt x="3205099" y="168899"/>
                  <a:pt x="3207229" y="175821"/>
                  <a:pt x="3213086" y="181146"/>
                </a:cubicBezTo>
                <a:cubicBezTo>
                  <a:pt x="3218943" y="187003"/>
                  <a:pt x="3227463" y="192328"/>
                  <a:pt x="3242373" y="200315"/>
                </a:cubicBezTo>
                <a:cubicBezTo>
                  <a:pt x="3244502" y="201380"/>
                  <a:pt x="3248230" y="202445"/>
                  <a:pt x="3253555" y="204575"/>
                </a:cubicBezTo>
                <a:cubicBezTo>
                  <a:pt x="3269529" y="212562"/>
                  <a:pt x="3281776" y="218952"/>
                  <a:pt x="3288699" y="224809"/>
                </a:cubicBezTo>
                <a:cubicBezTo>
                  <a:pt x="3294556" y="229069"/>
                  <a:pt x="3298815" y="234926"/>
                  <a:pt x="3300946" y="241848"/>
                </a:cubicBezTo>
                <a:cubicBezTo>
                  <a:pt x="3304140" y="247706"/>
                  <a:pt x="3305205" y="255160"/>
                  <a:pt x="3305205" y="263148"/>
                </a:cubicBezTo>
                <a:cubicBezTo>
                  <a:pt x="3305205" y="283382"/>
                  <a:pt x="3298283" y="299356"/>
                  <a:pt x="3283906" y="311603"/>
                </a:cubicBezTo>
                <a:cubicBezTo>
                  <a:pt x="3269529" y="322785"/>
                  <a:pt x="3248763" y="328643"/>
                  <a:pt x="3223203" y="328643"/>
                </a:cubicBezTo>
                <a:cubicBezTo>
                  <a:pt x="3213086" y="328643"/>
                  <a:pt x="3202969" y="327578"/>
                  <a:pt x="3193917" y="326513"/>
                </a:cubicBezTo>
                <a:cubicBezTo>
                  <a:pt x="3183800" y="325448"/>
                  <a:pt x="3174748" y="323318"/>
                  <a:pt x="3166761" y="319591"/>
                </a:cubicBezTo>
                <a:lnTo>
                  <a:pt x="3166761" y="262083"/>
                </a:lnTo>
                <a:lnTo>
                  <a:pt x="3188060" y="262083"/>
                </a:lnTo>
                <a:lnTo>
                  <a:pt x="3192319" y="299356"/>
                </a:lnTo>
                <a:cubicBezTo>
                  <a:pt x="3199242" y="303616"/>
                  <a:pt x="3204566" y="306279"/>
                  <a:pt x="3211489" y="307343"/>
                </a:cubicBezTo>
                <a:cubicBezTo>
                  <a:pt x="3217346" y="309473"/>
                  <a:pt x="3223736" y="310538"/>
                  <a:pt x="3229593" y="310538"/>
                </a:cubicBezTo>
                <a:cubicBezTo>
                  <a:pt x="3241840" y="310538"/>
                  <a:pt x="3251957" y="307343"/>
                  <a:pt x="3259944" y="300421"/>
                </a:cubicBezTo>
                <a:cubicBezTo>
                  <a:pt x="3267932" y="293499"/>
                  <a:pt x="3271126" y="285512"/>
                  <a:pt x="3271126" y="274330"/>
                </a:cubicBezTo>
                <a:cubicBezTo>
                  <a:pt x="3271126" y="265278"/>
                  <a:pt x="3268997" y="258355"/>
                  <a:pt x="3263139" y="253031"/>
                </a:cubicBezTo>
                <a:cubicBezTo>
                  <a:pt x="3257282" y="247173"/>
                  <a:pt x="3246100" y="239719"/>
                  <a:pt x="3225866" y="230666"/>
                </a:cubicBezTo>
                <a:cubicBezTo>
                  <a:pt x="3204566" y="221614"/>
                  <a:pt x="3189657" y="211497"/>
                  <a:pt x="3182203" y="203510"/>
                </a:cubicBezTo>
                <a:cubicBezTo>
                  <a:pt x="3173150" y="194458"/>
                  <a:pt x="3169955" y="183276"/>
                  <a:pt x="3169955" y="171029"/>
                </a:cubicBezTo>
                <a:cubicBezTo>
                  <a:pt x="3169955" y="151859"/>
                  <a:pt x="3176878" y="135885"/>
                  <a:pt x="3190190" y="125768"/>
                </a:cubicBezTo>
                <a:cubicBezTo>
                  <a:pt x="3203502" y="114586"/>
                  <a:pt x="3222671" y="108729"/>
                  <a:pt x="3247698" y="108729"/>
                </a:cubicBezTo>
                <a:cubicBezTo>
                  <a:pt x="3257814" y="108729"/>
                  <a:pt x="3266867" y="109794"/>
                  <a:pt x="3274854" y="111923"/>
                </a:cubicBezTo>
                <a:cubicBezTo>
                  <a:pt x="3283906" y="114053"/>
                  <a:pt x="3291893" y="116183"/>
                  <a:pt x="3299880" y="119378"/>
                </a:cubicBezTo>
                <a:lnTo>
                  <a:pt x="3299880" y="119378"/>
                </a:lnTo>
                <a:close/>
                <a:moveTo>
                  <a:pt x="3389870" y="112988"/>
                </a:moveTo>
                <a:lnTo>
                  <a:pt x="3406909" y="112988"/>
                </a:lnTo>
                <a:lnTo>
                  <a:pt x="3406909" y="299889"/>
                </a:lnTo>
                <a:lnTo>
                  <a:pt x="3413831" y="307876"/>
                </a:lnTo>
                <a:lnTo>
                  <a:pt x="3437261" y="310006"/>
                </a:lnTo>
                <a:lnTo>
                  <a:pt x="3437261" y="325980"/>
                </a:lnTo>
                <a:lnTo>
                  <a:pt x="3339284" y="325980"/>
                </a:lnTo>
                <a:lnTo>
                  <a:pt x="3339284" y="310006"/>
                </a:lnTo>
                <a:lnTo>
                  <a:pt x="3361648" y="307876"/>
                </a:lnTo>
                <a:lnTo>
                  <a:pt x="3369635" y="299889"/>
                </a:lnTo>
                <a:lnTo>
                  <a:pt x="3369635" y="142275"/>
                </a:lnTo>
                <a:lnTo>
                  <a:pt x="3339284" y="142275"/>
                </a:lnTo>
                <a:lnTo>
                  <a:pt x="3339284" y="127365"/>
                </a:lnTo>
                <a:lnTo>
                  <a:pt x="3389870" y="112988"/>
                </a:lnTo>
                <a:lnTo>
                  <a:pt x="3389870" y="112988"/>
                </a:lnTo>
                <a:close/>
                <a:moveTo>
                  <a:pt x="3390934" y="15012"/>
                </a:moveTo>
                <a:cubicBezTo>
                  <a:pt x="3398922" y="15012"/>
                  <a:pt x="3404246" y="17142"/>
                  <a:pt x="3409039" y="22999"/>
                </a:cubicBezTo>
                <a:cubicBezTo>
                  <a:pt x="3414896" y="27259"/>
                  <a:pt x="3417026" y="33116"/>
                  <a:pt x="3417026" y="41104"/>
                </a:cubicBezTo>
                <a:cubicBezTo>
                  <a:pt x="3417026" y="48026"/>
                  <a:pt x="3414896" y="53351"/>
                  <a:pt x="3409039" y="58143"/>
                </a:cubicBezTo>
                <a:cubicBezTo>
                  <a:pt x="3404779" y="64000"/>
                  <a:pt x="3398922" y="66130"/>
                  <a:pt x="3390934" y="66130"/>
                </a:cubicBezTo>
                <a:cubicBezTo>
                  <a:pt x="3384013" y="66130"/>
                  <a:pt x="3378688" y="64000"/>
                  <a:pt x="3372830" y="58143"/>
                </a:cubicBezTo>
                <a:cubicBezTo>
                  <a:pt x="3368571" y="53883"/>
                  <a:pt x="3365908" y="48026"/>
                  <a:pt x="3365908" y="41104"/>
                </a:cubicBezTo>
                <a:cubicBezTo>
                  <a:pt x="3365908" y="33116"/>
                  <a:pt x="3368038" y="27792"/>
                  <a:pt x="3372830" y="22999"/>
                </a:cubicBezTo>
                <a:cubicBezTo>
                  <a:pt x="3378688" y="17142"/>
                  <a:pt x="3384545" y="15012"/>
                  <a:pt x="3390934" y="15012"/>
                </a:cubicBezTo>
                <a:lnTo>
                  <a:pt x="3390934" y="15012"/>
                </a:lnTo>
                <a:close/>
                <a:moveTo>
                  <a:pt x="3484651" y="140677"/>
                </a:moveTo>
                <a:lnTo>
                  <a:pt x="3457494" y="140677"/>
                </a:lnTo>
                <a:lnTo>
                  <a:pt x="3457494" y="127365"/>
                </a:lnTo>
                <a:lnTo>
                  <a:pt x="3485716" y="114053"/>
                </a:lnTo>
                <a:lnTo>
                  <a:pt x="3504885" y="73585"/>
                </a:lnTo>
                <a:lnTo>
                  <a:pt x="3521924" y="73585"/>
                </a:lnTo>
                <a:lnTo>
                  <a:pt x="3521924" y="120975"/>
                </a:lnTo>
                <a:lnTo>
                  <a:pt x="3588484" y="120975"/>
                </a:lnTo>
                <a:lnTo>
                  <a:pt x="3588484" y="141210"/>
                </a:lnTo>
                <a:lnTo>
                  <a:pt x="3521924" y="141210"/>
                </a:lnTo>
                <a:lnTo>
                  <a:pt x="3521924" y="256225"/>
                </a:lnTo>
                <a:cubicBezTo>
                  <a:pt x="3521924" y="275395"/>
                  <a:pt x="3524054" y="288707"/>
                  <a:pt x="3529912" y="294564"/>
                </a:cubicBezTo>
                <a:cubicBezTo>
                  <a:pt x="3534172" y="301486"/>
                  <a:pt x="3544821" y="304681"/>
                  <a:pt x="3558133" y="304681"/>
                </a:cubicBezTo>
                <a:cubicBezTo>
                  <a:pt x="3562393" y="304681"/>
                  <a:pt x="3567185" y="304681"/>
                  <a:pt x="3573043" y="303616"/>
                </a:cubicBezTo>
                <a:cubicBezTo>
                  <a:pt x="3577302" y="303616"/>
                  <a:pt x="3583160" y="302551"/>
                  <a:pt x="3589017" y="301486"/>
                </a:cubicBezTo>
                <a:lnTo>
                  <a:pt x="3589017" y="317461"/>
                </a:lnTo>
                <a:cubicBezTo>
                  <a:pt x="3578900" y="320655"/>
                  <a:pt x="3568783" y="323318"/>
                  <a:pt x="3559731" y="325448"/>
                </a:cubicBezTo>
                <a:cubicBezTo>
                  <a:pt x="3549614" y="326513"/>
                  <a:pt x="3540561" y="327578"/>
                  <a:pt x="3531509" y="327578"/>
                </a:cubicBezTo>
                <a:cubicBezTo>
                  <a:pt x="3514470" y="327578"/>
                  <a:pt x="3502223" y="324383"/>
                  <a:pt x="3495300" y="317461"/>
                </a:cubicBezTo>
                <a:cubicBezTo>
                  <a:pt x="3488378" y="311603"/>
                  <a:pt x="3485184" y="299356"/>
                  <a:pt x="3485184" y="282317"/>
                </a:cubicBezTo>
                <a:lnTo>
                  <a:pt x="3485184" y="140677"/>
                </a:lnTo>
                <a:lnTo>
                  <a:pt x="3484651" y="140677"/>
                </a:lnTo>
                <a:close/>
                <a:moveTo>
                  <a:pt x="3592744" y="114053"/>
                </a:moveTo>
                <a:lnTo>
                  <a:pt x="3687526" y="114053"/>
                </a:lnTo>
                <a:lnTo>
                  <a:pt x="3687526" y="131093"/>
                </a:lnTo>
                <a:lnTo>
                  <a:pt x="3665162" y="132158"/>
                </a:lnTo>
                <a:lnTo>
                  <a:pt x="3659304" y="140145"/>
                </a:lnTo>
                <a:lnTo>
                  <a:pt x="3712020" y="276460"/>
                </a:lnTo>
                <a:lnTo>
                  <a:pt x="3765800" y="140145"/>
                </a:lnTo>
                <a:lnTo>
                  <a:pt x="3762606" y="132158"/>
                </a:lnTo>
                <a:lnTo>
                  <a:pt x="3739176" y="131093"/>
                </a:lnTo>
                <a:lnTo>
                  <a:pt x="3739176" y="114053"/>
                </a:lnTo>
                <a:lnTo>
                  <a:pt x="3817984" y="114053"/>
                </a:lnTo>
                <a:lnTo>
                  <a:pt x="3817984" y="131093"/>
                </a:lnTo>
                <a:lnTo>
                  <a:pt x="3791892" y="134287"/>
                </a:lnTo>
                <a:lnTo>
                  <a:pt x="3704033" y="347279"/>
                </a:lnTo>
                <a:cubicBezTo>
                  <a:pt x="3692851" y="373371"/>
                  <a:pt x="3682734" y="392540"/>
                  <a:pt x="3671552" y="403722"/>
                </a:cubicBezTo>
                <a:cubicBezTo>
                  <a:pt x="3660369" y="414904"/>
                  <a:pt x="3648122" y="420762"/>
                  <a:pt x="3634278" y="420762"/>
                </a:cubicBezTo>
                <a:cubicBezTo>
                  <a:pt x="3625226" y="420762"/>
                  <a:pt x="3617238" y="418632"/>
                  <a:pt x="3611914" y="413839"/>
                </a:cubicBezTo>
                <a:cubicBezTo>
                  <a:pt x="3606056" y="409580"/>
                  <a:pt x="3603926" y="403722"/>
                  <a:pt x="3603926" y="396800"/>
                </a:cubicBezTo>
                <a:cubicBezTo>
                  <a:pt x="3603926" y="392540"/>
                  <a:pt x="3604992" y="387748"/>
                  <a:pt x="3606056" y="384553"/>
                </a:cubicBezTo>
                <a:cubicBezTo>
                  <a:pt x="3608186" y="380293"/>
                  <a:pt x="3611914" y="376566"/>
                  <a:pt x="3615108" y="373371"/>
                </a:cubicBezTo>
                <a:lnTo>
                  <a:pt x="3656642" y="389345"/>
                </a:lnTo>
                <a:cubicBezTo>
                  <a:pt x="3663564" y="382423"/>
                  <a:pt x="3669954" y="373371"/>
                  <a:pt x="3675811" y="362189"/>
                </a:cubicBezTo>
                <a:cubicBezTo>
                  <a:pt x="3681668" y="351007"/>
                  <a:pt x="3686993" y="338760"/>
                  <a:pt x="3692851" y="323850"/>
                </a:cubicBezTo>
                <a:lnTo>
                  <a:pt x="3618304" y="133755"/>
                </a:lnTo>
                <a:lnTo>
                  <a:pt x="3592212" y="131625"/>
                </a:lnTo>
                <a:lnTo>
                  <a:pt x="3592212" y="114053"/>
                </a:lnTo>
                <a:close/>
                <a:moveTo>
                  <a:pt x="2548019" y="114053"/>
                </a:moveTo>
                <a:lnTo>
                  <a:pt x="2643865" y="114053"/>
                </a:lnTo>
                <a:lnTo>
                  <a:pt x="2643865" y="131093"/>
                </a:lnTo>
                <a:lnTo>
                  <a:pt x="2620436" y="132158"/>
                </a:lnTo>
                <a:lnTo>
                  <a:pt x="2616176" y="140145"/>
                </a:lnTo>
                <a:lnTo>
                  <a:pt x="2666762" y="283382"/>
                </a:lnTo>
                <a:lnTo>
                  <a:pt x="2723205" y="140145"/>
                </a:lnTo>
                <a:lnTo>
                  <a:pt x="2720010" y="132158"/>
                </a:lnTo>
                <a:lnTo>
                  <a:pt x="2696581" y="131093"/>
                </a:lnTo>
                <a:lnTo>
                  <a:pt x="2696581" y="114053"/>
                </a:lnTo>
                <a:lnTo>
                  <a:pt x="2773258" y="114053"/>
                </a:lnTo>
                <a:lnTo>
                  <a:pt x="2773258" y="131093"/>
                </a:lnTo>
                <a:lnTo>
                  <a:pt x="2748231" y="134287"/>
                </a:lnTo>
                <a:lnTo>
                  <a:pt x="2671554" y="325448"/>
                </a:lnTo>
                <a:lnTo>
                  <a:pt x="2646528" y="325448"/>
                </a:lnTo>
                <a:lnTo>
                  <a:pt x="2575708" y="132690"/>
                </a:lnTo>
                <a:lnTo>
                  <a:pt x="2548552" y="130560"/>
                </a:lnTo>
                <a:lnTo>
                  <a:pt x="2548552" y="114053"/>
                </a:lnTo>
                <a:lnTo>
                  <a:pt x="2548019" y="114053"/>
                </a:lnTo>
                <a:close/>
                <a:moveTo>
                  <a:pt x="2873364" y="110326"/>
                </a:moveTo>
                <a:lnTo>
                  <a:pt x="2873364" y="129495"/>
                </a:lnTo>
                <a:cubicBezTo>
                  <a:pt x="2860052" y="130560"/>
                  <a:pt x="2849935" y="137482"/>
                  <a:pt x="2839818" y="147599"/>
                </a:cubicBezTo>
                <a:cubicBezTo>
                  <a:pt x="2829701" y="158782"/>
                  <a:pt x="2823843" y="173691"/>
                  <a:pt x="2822779" y="191263"/>
                </a:cubicBezTo>
                <a:lnTo>
                  <a:pt x="2873364" y="191263"/>
                </a:lnTo>
                <a:lnTo>
                  <a:pt x="2873364" y="209367"/>
                </a:lnTo>
                <a:lnTo>
                  <a:pt x="2820649" y="209367"/>
                </a:lnTo>
                <a:lnTo>
                  <a:pt x="2820649" y="215224"/>
                </a:lnTo>
                <a:cubicBezTo>
                  <a:pt x="2820649" y="242381"/>
                  <a:pt x="2827571" y="263680"/>
                  <a:pt x="2839818" y="280719"/>
                </a:cubicBezTo>
                <a:cubicBezTo>
                  <a:pt x="2848870" y="290837"/>
                  <a:pt x="2860052" y="298824"/>
                  <a:pt x="2873364" y="302019"/>
                </a:cubicBezTo>
                <a:lnTo>
                  <a:pt x="2873364" y="329175"/>
                </a:lnTo>
                <a:cubicBezTo>
                  <a:pt x="2847273" y="328110"/>
                  <a:pt x="2825973" y="317993"/>
                  <a:pt x="2808934" y="299889"/>
                </a:cubicBezTo>
                <a:cubicBezTo>
                  <a:pt x="2790830" y="279655"/>
                  <a:pt x="2781778" y="253563"/>
                  <a:pt x="2781778" y="221082"/>
                </a:cubicBezTo>
                <a:cubicBezTo>
                  <a:pt x="2781778" y="188600"/>
                  <a:pt x="2791895" y="162509"/>
                  <a:pt x="2809999" y="141210"/>
                </a:cubicBezTo>
                <a:cubicBezTo>
                  <a:pt x="2827038" y="123106"/>
                  <a:pt x="2847273" y="112988"/>
                  <a:pt x="2873364" y="110326"/>
                </a:cubicBezTo>
                <a:lnTo>
                  <a:pt x="2873364" y="110326"/>
                </a:lnTo>
                <a:close/>
                <a:moveTo>
                  <a:pt x="1632686" y="323318"/>
                </a:moveTo>
                <a:lnTo>
                  <a:pt x="1632686" y="304149"/>
                </a:lnTo>
                <a:cubicBezTo>
                  <a:pt x="1636946" y="303084"/>
                  <a:pt x="1641738" y="302019"/>
                  <a:pt x="1647063" y="299889"/>
                </a:cubicBezTo>
                <a:cubicBezTo>
                  <a:pt x="1656115" y="296694"/>
                  <a:pt x="1666232" y="291902"/>
                  <a:pt x="1677414" y="285512"/>
                </a:cubicBezTo>
                <a:lnTo>
                  <a:pt x="1677414" y="207237"/>
                </a:lnTo>
                <a:cubicBezTo>
                  <a:pt x="1659310" y="213095"/>
                  <a:pt x="1644933" y="217354"/>
                  <a:pt x="1632153" y="222147"/>
                </a:cubicBezTo>
                <a:lnTo>
                  <a:pt x="1632153" y="204042"/>
                </a:lnTo>
                <a:cubicBezTo>
                  <a:pt x="1645465" y="200847"/>
                  <a:pt x="1660375" y="196055"/>
                  <a:pt x="1677414" y="192860"/>
                </a:cubicBezTo>
                <a:lnTo>
                  <a:pt x="1677414" y="178483"/>
                </a:lnTo>
                <a:cubicBezTo>
                  <a:pt x="1677414" y="160379"/>
                  <a:pt x="1674219" y="148132"/>
                  <a:pt x="1668362" y="140145"/>
                </a:cubicBezTo>
                <a:cubicBezTo>
                  <a:pt x="1662505" y="133223"/>
                  <a:pt x="1651323" y="130028"/>
                  <a:pt x="1636946" y="130028"/>
                </a:cubicBezTo>
                <a:cubicBezTo>
                  <a:pt x="1635881" y="130028"/>
                  <a:pt x="1633751" y="130028"/>
                  <a:pt x="1632686" y="130028"/>
                </a:cubicBezTo>
                <a:lnTo>
                  <a:pt x="1632686" y="110858"/>
                </a:lnTo>
                <a:cubicBezTo>
                  <a:pt x="1638543" y="110858"/>
                  <a:pt x="1642803" y="109794"/>
                  <a:pt x="1648660" y="109794"/>
                </a:cubicBezTo>
                <a:cubicBezTo>
                  <a:pt x="1672089" y="109794"/>
                  <a:pt x="1688064" y="115651"/>
                  <a:pt x="1699246" y="125768"/>
                </a:cubicBezTo>
                <a:cubicBezTo>
                  <a:pt x="1709363" y="135885"/>
                  <a:pt x="1715220" y="151859"/>
                  <a:pt x="1715220" y="174223"/>
                </a:cubicBezTo>
                <a:lnTo>
                  <a:pt x="1715220" y="300421"/>
                </a:lnTo>
                <a:lnTo>
                  <a:pt x="1722143" y="308408"/>
                </a:lnTo>
                <a:lnTo>
                  <a:pt x="1745572" y="310538"/>
                </a:lnTo>
                <a:lnTo>
                  <a:pt x="1745572" y="326513"/>
                </a:lnTo>
                <a:lnTo>
                  <a:pt x="1683804" y="326513"/>
                </a:lnTo>
                <a:lnTo>
                  <a:pt x="1677947" y="300421"/>
                </a:lnTo>
                <a:cubicBezTo>
                  <a:pt x="1663570" y="310538"/>
                  <a:pt x="1650790" y="317461"/>
                  <a:pt x="1638543" y="321720"/>
                </a:cubicBezTo>
                <a:cubicBezTo>
                  <a:pt x="1636946" y="322253"/>
                  <a:pt x="1634816" y="322253"/>
                  <a:pt x="1632686" y="323318"/>
                </a:cubicBezTo>
                <a:lnTo>
                  <a:pt x="1632686" y="323318"/>
                </a:lnTo>
                <a:close/>
                <a:moveTo>
                  <a:pt x="2494771" y="15012"/>
                </a:moveTo>
                <a:cubicBezTo>
                  <a:pt x="2502758" y="15012"/>
                  <a:pt x="2508083" y="17142"/>
                  <a:pt x="2512875" y="22999"/>
                </a:cubicBezTo>
                <a:cubicBezTo>
                  <a:pt x="2518732" y="27259"/>
                  <a:pt x="2520862" y="33116"/>
                  <a:pt x="2520862" y="41104"/>
                </a:cubicBezTo>
                <a:cubicBezTo>
                  <a:pt x="2520862" y="48026"/>
                  <a:pt x="2518732" y="53351"/>
                  <a:pt x="2512875" y="58143"/>
                </a:cubicBezTo>
                <a:cubicBezTo>
                  <a:pt x="2508616" y="64000"/>
                  <a:pt x="2502758" y="66130"/>
                  <a:pt x="2494771" y="66130"/>
                </a:cubicBezTo>
                <a:cubicBezTo>
                  <a:pt x="2487849" y="66130"/>
                  <a:pt x="2482524" y="64000"/>
                  <a:pt x="2477731" y="58143"/>
                </a:cubicBezTo>
                <a:cubicBezTo>
                  <a:pt x="2471874" y="53883"/>
                  <a:pt x="2469744" y="48026"/>
                  <a:pt x="2469744" y="41104"/>
                </a:cubicBezTo>
                <a:cubicBezTo>
                  <a:pt x="2469744" y="33116"/>
                  <a:pt x="2471874" y="27792"/>
                  <a:pt x="2477731" y="22999"/>
                </a:cubicBezTo>
                <a:cubicBezTo>
                  <a:pt x="2482524" y="17142"/>
                  <a:pt x="2488381" y="15012"/>
                  <a:pt x="2494771" y="15012"/>
                </a:cubicBezTo>
                <a:lnTo>
                  <a:pt x="2494771" y="15012"/>
                </a:lnTo>
                <a:close/>
                <a:moveTo>
                  <a:pt x="2493706" y="112988"/>
                </a:moveTo>
                <a:lnTo>
                  <a:pt x="2510745" y="112988"/>
                </a:lnTo>
                <a:lnTo>
                  <a:pt x="2510745" y="299889"/>
                </a:lnTo>
                <a:lnTo>
                  <a:pt x="2518732" y="307876"/>
                </a:lnTo>
                <a:lnTo>
                  <a:pt x="2542162" y="310006"/>
                </a:lnTo>
                <a:lnTo>
                  <a:pt x="2542162" y="325980"/>
                </a:lnTo>
                <a:lnTo>
                  <a:pt x="2443120" y="325980"/>
                </a:lnTo>
                <a:lnTo>
                  <a:pt x="2443120" y="310006"/>
                </a:lnTo>
                <a:lnTo>
                  <a:pt x="2466549" y="307876"/>
                </a:lnTo>
                <a:lnTo>
                  <a:pt x="2473472" y="299889"/>
                </a:lnTo>
                <a:lnTo>
                  <a:pt x="2473472" y="142275"/>
                </a:lnTo>
                <a:lnTo>
                  <a:pt x="2443120" y="142275"/>
                </a:lnTo>
                <a:lnTo>
                  <a:pt x="2443120" y="127365"/>
                </a:lnTo>
                <a:lnTo>
                  <a:pt x="2493706" y="112988"/>
                </a:lnTo>
                <a:lnTo>
                  <a:pt x="2493706" y="112988"/>
                </a:lnTo>
                <a:close/>
                <a:moveTo>
                  <a:pt x="2191790" y="325448"/>
                </a:moveTo>
                <a:lnTo>
                  <a:pt x="2191790" y="309473"/>
                </a:lnTo>
                <a:lnTo>
                  <a:pt x="2215219" y="307343"/>
                </a:lnTo>
                <a:lnTo>
                  <a:pt x="2223206" y="299356"/>
                </a:lnTo>
                <a:lnTo>
                  <a:pt x="2223206" y="141742"/>
                </a:lnTo>
                <a:lnTo>
                  <a:pt x="2191790" y="141742"/>
                </a:lnTo>
                <a:lnTo>
                  <a:pt x="2191790" y="127365"/>
                </a:lnTo>
                <a:lnTo>
                  <a:pt x="2242376" y="112456"/>
                </a:lnTo>
                <a:lnTo>
                  <a:pt x="2259415" y="112456"/>
                </a:lnTo>
                <a:lnTo>
                  <a:pt x="2259415" y="135885"/>
                </a:lnTo>
                <a:cubicBezTo>
                  <a:pt x="2277519" y="125768"/>
                  <a:pt x="2290831" y="118846"/>
                  <a:pt x="2302013" y="115651"/>
                </a:cubicBezTo>
                <a:cubicBezTo>
                  <a:pt x="2312130" y="111391"/>
                  <a:pt x="2321183" y="108729"/>
                  <a:pt x="2330235" y="108729"/>
                </a:cubicBezTo>
                <a:cubicBezTo>
                  <a:pt x="2349404" y="108729"/>
                  <a:pt x="2363781" y="115651"/>
                  <a:pt x="2373898" y="126833"/>
                </a:cubicBezTo>
                <a:cubicBezTo>
                  <a:pt x="2384015" y="138015"/>
                  <a:pt x="2388275" y="155054"/>
                  <a:pt x="2388275" y="176354"/>
                </a:cubicBezTo>
                <a:lnTo>
                  <a:pt x="2388275" y="298824"/>
                </a:lnTo>
                <a:lnTo>
                  <a:pt x="2396262" y="306811"/>
                </a:lnTo>
                <a:lnTo>
                  <a:pt x="2419691" y="308941"/>
                </a:lnTo>
                <a:lnTo>
                  <a:pt x="2419691" y="324915"/>
                </a:lnTo>
                <a:lnTo>
                  <a:pt x="2323845" y="324915"/>
                </a:lnTo>
                <a:lnTo>
                  <a:pt x="2323845" y="308941"/>
                </a:lnTo>
                <a:lnTo>
                  <a:pt x="2344079" y="306811"/>
                </a:lnTo>
                <a:lnTo>
                  <a:pt x="2352066" y="298824"/>
                </a:lnTo>
                <a:lnTo>
                  <a:pt x="2352066" y="182743"/>
                </a:lnTo>
                <a:cubicBezTo>
                  <a:pt x="2352066" y="166769"/>
                  <a:pt x="2348872" y="155587"/>
                  <a:pt x="2341949" y="147599"/>
                </a:cubicBezTo>
                <a:cubicBezTo>
                  <a:pt x="2335027" y="140677"/>
                  <a:pt x="2323845" y="137482"/>
                  <a:pt x="2308403" y="137482"/>
                </a:cubicBezTo>
                <a:cubicBezTo>
                  <a:pt x="2300416" y="137482"/>
                  <a:pt x="2294026" y="138547"/>
                  <a:pt x="2284974" y="140677"/>
                </a:cubicBezTo>
                <a:cubicBezTo>
                  <a:pt x="2276987" y="143872"/>
                  <a:pt x="2267935" y="147599"/>
                  <a:pt x="2258882" y="151859"/>
                </a:cubicBezTo>
                <a:lnTo>
                  <a:pt x="2258882" y="298291"/>
                </a:lnTo>
                <a:lnTo>
                  <a:pt x="2266870" y="306279"/>
                </a:lnTo>
                <a:lnTo>
                  <a:pt x="2287104" y="308408"/>
                </a:lnTo>
                <a:lnTo>
                  <a:pt x="2287104" y="324383"/>
                </a:lnTo>
                <a:lnTo>
                  <a:pt x="2191790" y="324383"/>
                </a:lnTo>
                <a:lnTo>
                  <a:pt x="2191790" y="325448"/>
                </a:lnTo>
                <a:close/>
                <a:moveTo>
                  <a:pt x="1885614" y="31519"/>
                </a:moveTo>
                <a:lnTo>
                  <a:pt x="1992642" y="31519"/>
                </a:lnTo>
                <a:lnTo>
                  <a:pt x="1992642" y="48558"/>
                </a:lnTo>
                <a:lnTo>
                  <a:pt x="1965486" y="50688"/>
                </a:lnTo>
                <a:lnTo>
                  <a:pt x="1958563" y="57610"/>
                </a:lnTo>
                <a:lnTo>
                  <a:pt x="1958563" y="216289"/>
                </a:lnTo>
                <a:cubicBezTo>
                  <a:pt x="1958563" y="246641"/>
                  <a:pt x="1964421" y="269005"/>
                  <a:pt x="1976668" y="282849"/>
                </a:cubicBezTo>
                <a:cubicBezTo>
                  <a:pt x="1988915" y="296161"/>
                  <a:pt x="2009149" y="303084"/>
                  <a:pt x="2036306" y="303084"/>
                </a:cubicBezTo>
                <a:cubicBezTo>
                  <a:pt x="2063462" y="303084"/>
                  <a:pt x="2083696" y="296161"/>
                  <a:pt x="2095944" y="282849"/>
                </a:cubicBezTo>
                <a:cubicBezTo>
                  <a:pt x="2108191" y="268472"/>
                  <a:pt x="2114048" y="246641"/>
                  <a:pt x="2114048" y="216289"/>
                </a:cubicBezTo>
                <a:lnTo>
                  <a:pt x="2114048" y="60805"/>
                </a:lnTo>
                <a:lnTo>
                  <a:pt x="2106061" y="52818"/>
                </a:lnTo>
                <a:lnTo>
                  <a:pt x="2078904" y="48558"/>
                </a:lnTo>
                <a:lnTo>
                  <a:pt x="2078904" y="31519"/>
                </a:lnTo>
                <a:lnTo>
                  <a:pt x="2172088" y="31519"/>
                </a:lnTo>
                <a:lnTo>
                  <a:pt x="2172088" y="48558"/>
                </a:lnTo>
                <a:lnTo>
                  <a:pt x="2144932" y="52818"/>
                </a:lnTo>
                <a:lnTo>
                  <a:pt x="2136944" y="60805"/>
                </a:lnTo>
                <a:lnTo>
                  <a:pt x="2136944" y="219484"/>
                </a:lnTo>
                <a:cubicBezTo>
                  <a:pt x="2136944" y="240783"/>
                  <a:pt x="2135880" y="256758"/>
                  <a:pt x="2132685" y="267940"/>
                </a:cubicBezTo>
                <a:cubicBezTo>
                  <a:pt x="2130555" y="279122"/>
                  <a:pt x="2124697" y="288174"/>
                  <a:pt x="2118308" y="297226"/>
                </a:cubicBezTo>
                <a:cubicBezTo>
                  <a:pt x="2109256" y="307343"/>
                  <a:pt x="2098073" y="315331"/>
                  <a:pt x="2081034" y="320655"/>
                </a:cubicBezTo>
                <a:cubicBezTo>
                  <a:pt x="2065059" y="327578"/>
                  <a:pt x="2047488" y="329708"/>
                  <a:pt x="2028319" y="329708"/>
                </a:cubicBezTo>
                <a:cubicBezTo>
                  <a:pt x="2008084" y="329708"/>
                  <a:pt x="1989980" y="327578"/>
                  <a:pt x="1974538" y="320655"/>
                </a:cubicBezTo>
                <a:cubicBezTo>
                  <a:pt x="1958563" y="314798"/>
                  <a:pt x="1946317" y="307343"/>
                  <a:pt x="1937264" y="297226"/>
                </a:cubicBezTo>
                <a:cubicBezTo>
                  <a:pt x="1930342" y="288174"/>
                  <a:pt x="1925017" y="279122"/>
                  <a:pt x="1922888" y="267940"/>
                </a:cubicBezTo>
                <a:cubicBezTo>
                  <a:pt x="1919693" y="256758"/>
                  <a:pt x="1918627" y="240783"/>
                  <a:pt x="1918627" y="219484"/>
                </a:cubicBezTo>
                <a:lnTo>
                  <a:pt x="1918627" y="57610"/>
                </a:lnTo>
                <a:lnTo>
                  <a:pt x="1910640" y="50688"/>
                </a:lnTo>
                <a:lnTo>
                  <a:pt x="1885614" y="48558"/>
                </a:lnTo>
                <a:lnTo>
                  <a:pt x="1885614" y="31519"/>
                </a:lnTo>
                <a:close/>
                <a:moveTo>
                  <a:pt x="1632686" y="110326"/>
                </a:moveTo>
                <a:lnTo>
                  <a:pt x="1632686" y="129495"/>
                </a:lnTo>
                <a:cubicBezTo>
                  <a:pt x="1629491" y="129495"/>
                  <a:pt x="1624699" y="130560"/>
                  <a:pt x="1621504" y="130560"/>
                </a:cubicBezTo>
                <a:cubicBezTo>
                  <a:pt x="1615647" y="131625"/>
                  <a:pt x="1610322" y="133755"/>
                  <a:pt x="1604464" y="136418"/>
                </a:cubicBezTo>
                <a:lnTo>
                  <a:pt x="1604464" y="173691"/>
                </a:lnTo>
                <a:lnTo>
                  <a:pt x="1574113" y="173691"/>
                </a:lnTo>
                <a:cubicBezTo>
                  <a:pt x="1568256" y="173691"/>
                  <a:pt x="1565061" y="172626"/>
                  <a:pt x="1562931" y="170496"/>
                </a:cubicBezTo>
                <a:cubicBezTo>
                  <a:pt x="1560801" y="168366"/>
                  <a:pt x="1560801" y="164639"/>
                  <a:pt x="1560801" y="160379"/>
                </a:cubicBezTo>
                <a:cubicBezTo>
                  <a:pt x="1560801" y="145470"/>
                  <a:pt x="1568788" y="133223"/>
                  <a:pt x="1584230" y="124170"/>
                </a:cubicBezTo>
                <a:cubicBezTo>
                  <a:pt x="1597542" y="116183"/>
                  <a:pt x="1613517" y="111923"/>
                  <a:pt x="1632686" y="110326"/>
                </a:cubicBezTo>
                <a:lnTo>
                  <a:pt x="1632686" y="110326"/>
                </a:lnTo>
                <a:close/>
                <a:moveTo>
                  <a:pt x="1632686" y="204042"/>
                </a:moveTo>
                <a:lnTo>
                  <a:pt x="1632686" y="222147"/>
                </a:lnTo>
                <a:cubicBezTo>
                  <a:pt x="1620439" y="226407"/>
                  <a:pt x="1611387" y="231199"/>
                  <a:pt x="1605529" y="235459"/>
                </a:cubicBezTo>
                <a:cubicBezTo>
                  <a:pt x="1594347" y="244511"/>
                  <a:pt x="1587425" y="254628"/>
                  <a:pt x="1587425" y="269005"/>
                </a:cubicBezTo>
                <a:cubicBezTo>
                  <a:pt x="1587425" y="279122"/>
                  <a:pt x="1590620" y="288174"/>
                  <a:pt x="1597542" y="295096"/>
                </a:cubicBezTo>
                <a:cubicBezTo>
                  <a:pt x="1603400" y="302019"/>
                  <a:pt x="1611919" y="304149"/>
                  <a:pt x="1623634" y="304149"/>
                </a:cubicBezTo>
                <a:cubicBezTo>
                  <a:pt x="1625764" y="304149"/>
                  <a:pt x="1629491" y="304149"/>
                  <a:pt x="1632686" y="304149"/>
                </a:cubicBezTo>
                <a:lnTo>
                  <a:pt x="1632686" y="323318"/>
                </a:lnTo>
                <a:cubicBezTo>
                  <a:pt x="1623634" y="326513"/>
                  <a:pt x="1614582" y="327578"/>
                  <a:pt x="1605529" y="327578"/>
                </a:cubicBezTo>
                <a:cubicBezTo>
                  <a:pt x="1588490" y="327578"/>
                  <a:pt x="1575178" y="323318"/>
                  <a:pt x="1565061" y="313201"/>
                </a:cubicBezTo>
                <a:cubicBezTo>
                  <a:pt x="1554944" y="303084"/>
                  <a:pt x="1549087" y="288174"/>
                  <a:pt x="1549087" y="272732"/>
                </a:cubicBezTo>
                <a:cubicBezTo>
                  <a:pt x="1549087" y="253563"/>
                  <a:pt x="1557074" y="239186"/>
                  <a:pt x="1572516" y="227471"/>
                </a:cubicBezTo>
                <a:cubicBezTo>
                  <a:pt x="1583165" y="221082"/>
                  <a:pt x="1603400" y="213095"/>
                  <a:pt x="1632686" y="204042"/>
                </a:cubicBezTo>
                <a:lnTo>
                  <a:pt x="1632686" y="204042"/>
                </a:lnTo>
                <a:close/>
                <a:moveTo>
                  <a:pt x="913306" y="420229"/>
                </a:moveTo>
                <a:lnTo>
                  <a:pt x="913306" y="401060"/>
                </a:lnTo>
                <a:cubicBezTo>
                  <a:pt x="914371" y="401060"/>
                  <a:pt x="916501" y="401060"/>
                  <a:pt x="917565" y="401060"/>
                </a:cubicBezTo>
                <a:cubicBezTo>
                  <a:pt x="936735" y="401060"/>
                  <a:pt x="951112" y="396800"/>
                  <a:pt x="963891" y="387748"/>
                </a:cubicBezTo>
                <a:cubicBezTo>
                  <a:pt x="976138" y="378696"/>
                  <a:pt x="983061" y="367514"/>
                  <a:pt x="983061" y="354202"/>
                </a:cubicBezTo>
                <a:cubicBezTo>
                  <a:pt x="983061" y="345150"/>
                  <a:pt x="980931" y="337162"/>
                  <a:pt x="975073" y="332903"/>
                </a:cubicBezTo>
                <a:cubicBezTo>
                  <a:pt x="969216" y="328643"/>
                  <a:pt x="956969" y="323850"/>
                  <a:pt x="937800" y="320655"/>
                </a:cubicBezTo>
                <a:lnTo>
                  <a:pt x="912773" y="316396"/>
                </a:lnTo>
                <a:lnTo>
                  <a:pt x="912773" y="284979"/>
                </a:lnTo>
                <a:lnTo>
                  <a:pt x="940995" y="289239"/>
                </a:lnTo>
                <a:cubicBezTo>
                  <a:pt x="968151" y="293499"/>
                  <a:pt x="987320" y="300421"/>
                  <a:pt x="998502" y="308408"/>
                </a:cubicBezTo>
                <a:cubicBezTo>
                  <a:pt x="1009685" y="316396"/>
                  <a:pt x="1015542" y="328643"/>
                  <a:pt x="1015542" y="343552"/>
                </a:cubicBezTo>
                <a:cubicBezTo>
                  <a:pt x="1015542" y="352604"/>
                  <a:pt x="1013412" y="360591"/>
                  <a:pt x="1008620" y="369644"/>
                </a:cubicBezTo>
                <a:cubicBezTo>
                  <a:pt x="1002762" y="378696"/>
                  <a:pt x="997437" y="386683"/>
                  <a:pt x="988385" y="393073"/>
                </a:cubicBezTo>
                <a:cubicBezTo>
                  <a:pt x="977203" y="402125"/>
                  <a:pt x="963359" y="409047"/>
                  <a:pt x="948982" y="414372"/>
                </a:cubicBezTo>
                <a:cubicBezTo>
                  <a:pt x="937800" y="416502"/>
                  <a:pt x="925552" y="419164"/>
                  <a:pt x="913306" y="420229"/>
                </a:cubicBezTo>
                <a:lnTo>
                  <a:pt x="913306" y="420229"/>
                </a:lnTo>
                <a:close/>
                <a:moveTo>
                  <a:pt x="913306" y="252498"/>
                </a:moveTo>
                <a:lnTo>
                  <a:pt x="913306" y="234394"/>
                </a:lnTo>
                <a:lnTo>
                  <a:pt x="913306" y="234394"/>
                </a:lnTo>
                <a:cubicBezTo>
                  <a:pt x="925552" y="234394"/>
                  <a:pt x="936735" y="230134"/>
                  <a:pt x="944722" y="219484"/>
                </a:cubicBezTo>
                <a:cubicBezTo>
                  <a:pt x="952709" y="210432"/>
                  <a:pt x="955904" y="197120"/>
                  <a:pt x="955904" y="181146"/>
                </a:cubicBezTo>
                <a:cubicBezTo>
                  <a:pt x="955904" y="164106"/>
                  <a:pt x="952709" y="151859"/>
                  <a:pt x="944722" y="141742"/>
                </a:cubicBezTo>
                <a:cubicBezTo>
                  <a:pt x="936735" y="131625"/>
                  <a:pt x="926618" y="127365"/>
                  <a:pt x="913306" y="127365"/>
                </a:cubicBezTo>
                <a:lnTo>
                  <a:pt x="913306" y="127365"/>
                </a:lnTo>
                <a:lnTo>
                  <a:pt x="913306" y="110326"/>
                </a:lnTo>
                <a:cubicBezTo>
                  <a:pt x="914371" y="109261"/>
                  <a:pt x="916501" y="109261"/>
                  <a:pt x="917565" y="109261"/>
                </a:cubicBezTo>
                <a:cubicBezTo>
                  <a:pt x="925552" y="109261"/>
                  <a:pt x="934605" y="110326"/>
                  <a:pt x="942592" y="112456"/>
                </a:cubicBezTo>
                <a:cubicBezTo>
                  <a:pt x="950579" y="114586"/>
                  <a:pt x="959631" y="118313"/>
                  <a:pt x="967619" y="122573"/>
                </a:cubicBezTo>
                <a:lnTo>
                  <a:pt x="1030451" y="122573"/>
                </a:lnTo>
                <a:lnTo>
                  <a:pt x="1030451" y="142807"/>
                </a:lnTo>
                <a:lnTo>
                  <a:pt x="981996" y="142807"/>
                </a:lnTo>
                <a:cubicBezTo>
                  <a:pt x="986255" y="148665"/>
                  <a:pt x="988918" y="155054"/>
                  <a:pt x="991048" y="161976"/>
                </a:cubicBezTo>
                <a:cubicBezTo>
                  <a:pt x="993178" y="168899"/>
                  <a:pt x="994243" y="175288"/>
                  <a:pt x="994243" y="183276"/>
                </a:cubicBezTo>
                <a:cubicBezTo>
                  <a:pt x="994243" y="203510"/>
                  <a:pt x="986255" y="219484"/>
                  <a:pt x="970813" y="232796"/>
                </a:cubicBezTo>
                <a:cubicBezTo>
                  <a:pt x="955904" y="245576"/>
                  <a:pt x="936735" y="251433"/>
                  <a:pt x="913306" y="252498"/>
                </a:cubicBezTo>
                <a:lnTo>
                  <a:pt x="913306" y="252498"/>
                </a:lnTo>
                <a:close/>
                <a:moveTo>
                  <a:pt x="1344082" y="109261"/>
                </a:moveTo>
                <a:lnTo>
                  <a:pt x="1361121" y="109261"/>
                </a:lnTo>
                <a:lnTo>
                  <a:pt x="1361121" y="254628"/>
                </a:lnTo>
                <a:cubicBezTo>
                  <a:pt x="1361121" y="271667"/>
                  <a:pt x="1364316" y="282849"/>
                  <a:pt x="1371238" y="290837"/>
                </a:cubicBezTo>
                <a:cubicBezTo>
                  <a:pt x="1378160" y="297759"/>
                  <a:pt x="1388278" y="302019"/>
                  <a:pt x="1402655" y="302019"/>
                </a:cubicBezTo>
                <a:cubicBezTo>
                  <a:pt x="1410642" y="302019"/>
                  <a:pt x="1419694" y="300954"/>
                  <a:pt x="1427681" y="298824"/>
                </a:cubicBezTo>
                <a:cubicBezTo>
                  <a:pt x="1436733" y="296694"/>
                  <a:pt x="1444720" y="292967"/>
                  <a:pt x="1453773" y="288707"/>
                </a:cubicBezTo>
                <a:lnTo>
                  <a:pt x="1453773" y="140145"/>
                </a:lnTo>
                <a:lnTo>
                  <a:pt x="1422889" y="140145"/>
                </a:lnTo>
                <a:lnTo>
                  <a:pt x="1422889" y="126833"/>
                </a:lnTo>
                <a:lnTo>
                  <a:pt x="1473474" y="109794"/>
                </a:lnTo>
                <a:lnTo>
                  <a:pt x="1490514" y="109794"/>
                </a:lnTo>
                <a:lnTo>
                  <a:pt x="1490514" y="299889"/>
                </a:lnTo>
                <a:lnTo>
                  <a:pt x="1498501" y="307876"/>
                </a:lnTo>
                <a:lnTo>
                  <a:pt x="1518735" y="310006"/>
                </a:lnTo>
                <a:lnTo>
                  <a:pt x="1518735" y="325980"/>
                </a:lnTo>
                <a:lnTo>
                  <a:pt x="1453240" y="325980"/>
                </a:lnTo>
                <a:lnTo>
                  <a:pt x="1453240" y="300954"/>
                </a:lnTo>
                <a:cubicBezTo>
                  <a:pt x="1439928" y="311071"/>
                  <a:pt x="1427149" y="317993"/>
                  <a:pt x="1415967" y="322253"/>
                </a:cubicBezTo>
                <a:cubicBezTo>
                  <a:pt x="1403720" y="326513"/>
                  <a:pt x="1393602" y="329175"/>
                  <a:pt x="1382421" y="329175"/>
                </a:cubicBezTo>
                <a:cubicBezTo>
                  <a:pt x="1363251" y="329175"/>
                  <a:pt x="1349939" y="323318"/>
                  <a:pt x="1339822" y="312136"/>
                </a:cubicBezTo>
                <a:cubicBezTo>
                  <a:pt x="1329705" y="300954"/>
                  <a:pt x="1323848" y="283914"/>
                  <a:pt x="1323848" y="262615"/>
                </a:cubicBezTo>
                <a:lnTo>
                  <a:pt x="1323848" y="140145"/>
                </a:lnTo>
                <a:lnTo>
                  <a:pt x="1292431" y="140145"/>
                </a:lnTo>
                <a:lnTo>
                  <a:pt x="1292431" y="126833"/>
                </a:lnTo>
                <a:lnTo>
                  <a:pt x="1344082" y="109261"/>
                </a:lnTo>
                <a:lnTo>
                  <a:pt x="1344082" y="109261"/>
                </a:lnTo>
                <a:close/>
                <a:moveTo>
                  <a:pt x="1096479" y="2233"/>
                </a:moveTo>
                <a:lnTo>
                  <a:pt x="1113518" y="2233"/>
                </a:lnTo>
                <a:lnTo>
                  <a:pt x="1113518" y="136418"/>
                </a:lnTo>
                <a:cubicBezTo>
                  <a:pt x="1130557" y="126300"/>
                  <a:pt x="1143869" y="119378"/>
                  <a:pt x="1155052" y="116183"/>
                </a:cubicBezTo>
                <a:cubicBezTo>
                  <a:pt x="1166233" y="111923"/>
                  <a:pt x="1175286" y="109261"/>
                  <a:pt x="1184338" y="109261"/>
                </a:cubicBezTo>
                <a:cubicBezTo>
                  <a:pt x="1203507" y="109261"/>
                  <a:pt x="1217884" y="116183"/>
                  <a:pt x="1228001" y="127365"/>
                </a:cubicBezTo>
                <a:cubicBezTo>
                  <a:pt x="1238118" y="138547"/>
                  <a:pt x="1242911" y="155587"/>
                  <a:pt x="1242911" y="176886"/>
                </a:cubicBezTo>
                <a:lnTo>
                  <a:pt x="1242911" y="299356"/>
                </a:lnTo>
                <a:lnTo>
                  <a:pt x="1250898" y="307343"/>
                </a:lnTo>
                <a:lnTo>
                  <a:pt x="1273262" y="309473"/>
                </a:lnTo>
                <a:lnTo>
                  <a:pt x="1273262" y="325448"/>
                </a:lnTo>
                <a:lnTo>
                  <a:pt x="1178480" y="325448"/>
                </a:lnTo>
                <a:lnTo>
                  <a:pt x="1178480" y="309473"/>
                </a:lnTo>
                <a:lnTo>
                  <a:pt x="1198715" y="307343"/>
                </a:lnTo>
                <a:lnTo>
                  <a:pt x="1205637" y="299356"/>
                </a:lnTo>
                <a:lnTo>
                  <a:pt x="1205637" y="183276"/>
                </a:lnTo>
                <a:cubicBezTo>
                  <a:pt x="1205637" y="167301"/>
                  <a:pt x="1202442" y="155054"/>
                  <a:pt x="1195520" y="148132"/>
                </a:cubicBezTo>
                <a:cubicBezTo>
                  <a:pt x="1188598" y="141210"/>
                  <a:pt x="1177416" y="138015"/>
                  <a:pt x="1161974" y="138015"/>
                </a:cubicBezTo>
                <a:cubicBezTo>
                  <a:pt x="1155052" y="138015"/>
                  <a:pt x="1147597" y="139080"/>
                  <a:pt x="1139610" y="141210"/>
                </a:cubicBezTo>
                <a:cubicBezTo>
                  <a:pt x="1131622" y="144405"/>
                  <a:pt x="1122570" y="148132"/>
                  <a:pt x="1113518" y="152392"/>
                </a:cubicBezTo>
                <a:lnTo>
                  <a:pt x="1113518" y="298824"/>
                </a:lnTo>
                <a:lnTo>
                  <a:pt x="1121505" y="306811"/>
                </a:lnTo>
                <a:lnTo>
                  <a:pt x="1141740" y="308941"/>
                </a:lnTo>
                <a:lnTo>
                  <a:pt x="1141740" y="324915"/>
                </a:lnTo>
                <a:lnTo>
                  <a:pt x="1045893" y="324915"/>
                </a:lnTo>
                <a:lnTo>
                  <a:pt x="1045893" y="308941"/>
                </a:lnTo>
                <a:lnTo>
                  <a:pt x="1069322" y="306811"/>
                </a:lnTo>
                <a:lnTo>
                  <a:pt x="1076245" y="298824"/>
                </a:lnTo>
                <a:lnTo>
                  <a:pt x="1076245" y="31519"/>
                </a:lnTo>
                <a:lnTo>
                  <a:pt x="1042698" y="31519"/>
                </a:lnTo>
                <a:lnTo>
                  <a:pt x="1042698" y="18207"/>
                </a:lnTo>
                <a:lnTo>
                  <a:pt x="1096479" y="2233"/>
                </a:lnTo>
                <a:close/>
                <a:moveTo>
                  <a:pt x="913306" y="110326"/>
                </a:moveTo>
                <a:lnTo>
                  <a:pt x="913306" y="127365"/>
                </a:lnTo>
                <a:cubicBezTo>
                  <a:pt x="899994" y="127365"/>
                  <a:pt x="889877" y="131625"/>
                  <a:pt x="881889" y="141742"/>
                </a:cubicBezTo>
                <a:cubicBezTo>
                  <a:pt x="873902" y="150794"/>
                  <a:pt x="870707" y="164106"/>
                  <a:pt x="870707" y="181146"/>
                </a:cubicBezTo>
                <a:cubicBezTo>
                  <a:pt x="870707" y="197120"/>
                  <a:pt x="873902" y="210432"/>
                  <a:pt x="882954" y="219484"/>
                </a:cubicBezTo>
                <a:cubicBezTo>
                  <a:pt x="890941" y="229601"/>
                  <a:pt x="901059" y="234394"/>
                  <a:pt x="913306" y="234394"/>
                </a:cubicBezTo>
                <a:lnTo>
                  <a:pt x="913306" y="252498"/>
                </a:lnTo>
                <a:cubicBezTo>
                  <a:pt x="912240" y="252498"/>
                  <a:pt x="911176" y="252498"/>
                  <a:pt x="910111" y="252498"/>
                </a:cubicBezTo>
                <a:lnTo>
                  <a:pt x="903189" y="252498"/>
                </a:lnTo>
                <a:cubicBezTo>
                  <a:pt x="901059" y="255693"/>
                  <a:pt x="899994" y="258355"/>
                  <a:pt x="898929" y="261550"/>
                </a:cubicBezTo>
                <a:cubicBezTo>
                  <a:pt x="898929" y="264745"/>
                  <a:pt x="897864" y="268472"/>
                  <a:pt x="897864" y="271667"/>
                </a:cubicBezTo>
                <a:cubicBezTo>
                  <a:pt x="897864" y="272732"/>
                  <a:pt x="898929" y="274862"/>
                  <a:pt x="898929" y="278590"/>
                </a:cubicBezTo>
                <a:cubicBezTo>
                  <a:pt x="898929" y="280719"/>
                  <a:pt x="898929" y="281784"/>
                  <a:pt x="898929" y="281784"/>
                </a:cubicBezTo>
                <a:lnTo>
                  <a:pt x="913838" y="283914"/>
                </a:lnTo>
                <a:lnTo>
                  <a:pt x="913838" y="315331"/>
                </a:lnTo>
                <a:lnTo>
                  <a:pt x="896799" y="312136"/>
                </a:lnTo>
                <a:cubicBezTo>
                  <a:pt x="884552" y="315331"/>
                  <a:pt x="875500" y="321188"/>
                  <a:pt x="868577" y="329175"/>
                </a:cubicBezTo>
                <a:cubicBezTo>
                  <a:pt x="861655" y="337162"/>
                  <a:pt x="858460" y="345150"/>
                  <a:pt x="858460" y="355267"/>
                </a:cubicBezTo>
                <a:cubicBezTo>
                  <a:pt x="858460" y="368579"/>
                  <a:pt x="864317" y="378696"/>
                  <a:pt x="875500" y="387748"/>
                </a:cubicBezTo>
                <a:cubicBezTo>
                  <a:pt x="885617" y="395735"/>
                  <a:pt x="897864" y="399995"/>
                  <a:pt x="913838" y="401060"/>
                </a:cubicBezTo>
                <a:lnTo>
                  <a:pt x="913838" y="420229"/>
                </a:lnTo>
                <a:cubicBezTo>
                  <a:pt x="910643" y="420229"/>
                  <a:pt x="906916" y="420229"/>
                  <a:pt x="902656" y="420229"/>
                </a:cubicBezTo>
                <a:cubicBezTo>
                  <a:pt x="877629" y="420229"/>
                  <a:pt x="858993" y="415969"/>
                  <a:pt x="845148" y="405852"/>
                </a:cubicBezTo>
                <a:cubicBezTo>
                  <a:pt x="830771" y="395735"/>
                  <a:pt x="823849" y="382423"/>
                  <a:pt x="823849" y="364319"/>
                </a:cubicBezTo>
                <a:cubicBezTo>
                  <a:pt x="823849" y="351007"/>
                  <a:pt x="828109" y="338227"/>
                  <a:pt x="836096" y="329175"/>
                </a:cubicBezTo>
                <a:cubicBezTo>
                  <a:pt x="845148" y="319058"/>
                  <a:pt x="856330" y="312136"/>
                  <a:pt x="871240" y="310006"/>
                </a:cubicBezTo>
                <a:cubicBezTo>
                  <a:pt x="870175" y="306811"/>
                  <a:pt x="869110" y="303084"/>
                  <a:pt x="868045" y="299889"/>
                </a:cubicBezTo>
                <a:cubicBezTo>
                  <a:pt x="866980" y="296694"/>
                  <a:pt x="866980" y="292967"/>
                  <a:pt x="866980" y="289772"/>
                </a:cubicBezTo>
                <a:cubicBezTo>
                  <a:pt x="866980" y="285512"/>
                  <a:pt x="869110" y="278590"/>
                  <a:pt x="872837" y="271667"/>
                </a:cubicBezTo>
                <a:cubicBezTo>
                  <a:pt x="876032" y="264745"/>
                  <a:pt x="880824" y="257290"/>
                  <a:pt x="888812" y="249303"/>
                </a:cubicBezTo>
                <a:cubicBezTo>
                  <a:pt x="871772" y="245043"/>
                  <a:pt x="858460" y="237056"/>
                  <a:pt x="848343" y="225874"/>
                </a:cubicBezTo>
                <a:cubicBezTo>
                  <a:pt x="839291" y="213627"/>
                  <a:pt x="833966" y="199783"/>
                  <a:pt x="833966" y="183276"/>
                </a:cubicBezTo>
                <a:cubicBezTo>
                  <a:pt x="833966" y="161976"/>
                  <a:pt x="841953" y="143872"/>
                  <a:pt x="857395" y="130560"/>
                </a:cubicBezTo>
                <a:cubicBezTo>
                  <a:pt x="870175" y="117248"/>
                  <a:pt x="889344" y="110326"/>
                  <a:pt x="913306" y="110326"/>
                </a:cubicBezTo>
                <a:lnTo>
                  <a:pt x="913306" y="110326"/>
                </a:lnTo>
                <a:close/>
                <a:moveTo>
                  <a:pt x="569856" y="325448"/>
                </a:moveTo>
                <a:lnTo>
                  <a:pt x="569856" y="309473"/>
                </a:lnTo>
                <a:lnTo>
                  <a:pt x="593285" y="307343"/>
                </a:lnTo>
                <a:lnTo>
                  <a:pt x="601272" y="299356"/>
                </a:lnTo>
                <a:lnTo>
                  <a:pt x="601272" y="141742"/>
                </a:lnTo>
                <a:lnTo>
                  <a:pt x="569856" y="141742"/>
                </a:lnTo>
                <a:lnTo>
                  <a:pt x="569856" y="127365"/>
                </a:lnTo>
                <a:lnTo>
                  <a:pt x="620442" y="112456"/>
                </a:lnTo>
                <a:lnTo>
                  <a:pt x="637481" y="112456"/>
                </a:lnTo>
                <a:lnTo>
                  <a:pt x="637481" y="135885"/>
                </a:lnTo>
                <a:cubicBezTo>
                  <a:pt x="654520" y="125768"/>
                  <a:pt x="668897" y="118846"/>
                  <a:pt x="680079" y="115651"/>
                </a:cubicBezTo>
                <a:cubicBezTo>
                  <a:pt x="690197" y="111391"/>
                  <a:pt x="699249" y="108729"/>
                  <a:pt x="708301" y="108729"/>
                </a:cubicBezTo>
                <a:cubicBezTo>
                  <a:pt x="727470" y="108729"/>
                  <a:pt x="741847" y="115651"/>
                  <a:pt x="751964" y="126833"/>
                </a:cubicBezTo>
                <a:cubicBezTo>
                  <a:pt x="762081" y="138015"/>
                  <a:pt x="766341" y="155054"/>
                  <a:pt x="766341" y="176354"/>
                </a:cubicBezTo>
                <a:lnTo>
                  <a:pt x="766341" y="298824"/>
                </a:lnTo>
                <a:lnTo>
                  <a:pt x="774328" y="306811"/>
                </a:lnTo>
                <a:lnTo>
                  <a:pt x="797757" y="308941"/>
                </a:lnTo>
                <a:lnTo>
                  <a:pt x="797757" y="324915"/>
                </a:lnTo>
                <a:lnTo>
                  <a:pt x="700846" y="324915"/>
                </a:lnTo>
                <a:lnTo>
                  <a:pt x="700846" y="308941"/>
                </a:lnTo>
                <a:lnTo>
                  <a:pt x="722145" y="306811"/>
                </a:lnTo>
                <a:lnTo>
                  <a:pt x="730133" y="298824"/>
                </a:lnTo>
                <a:lnTo>
                  <a:pt x="730133" y="182743"/>
                </a:lnTo>
                <a:cubicBezTo>
                  <a:pt x="730133" y="166769"/>
                  <a:pt x="726938" y="155587"/>
                  <a:pt x="720015" y="147599"/>
                </a:cubicBezTo>
                <a:cubicBezTo>
                  <a:pt x="713093" y="140677"/>
                  <a:pt x="701911" y="137482"/>
                  <a:pt x="684872" y="137482"/>
                </a:cubicBezTo>
                <a:cubicBezTo>
                  <a:pt x="677949" y="137482"/>
                  <a:pt x="671560" y="138547"/>
                  <a:pt x="662508" y="140677"/>
                </a:cubicBezTo>
                <a:cubicBezTo>
                  <a:pt x="654520" y="143872"/>
                  <a:pt x="645468" y="147599"/>
                  <a:pt x="636416" y="151859"/>
                </a:cubicBezTo>
                <a:lnTo>
                  <a:pt x="636416" y="298291"/>
                </a:lnTo>
                <a:lnTo>
                  <a:pt x="644403" y="306279"/>
                </a:lnTo>
                <a:lnTo>
                  <a:pt x="664637" y="308408"/>
                </a:lnTo>
                <a:lnTo>
                  <a:pt x="664637" y="324383"/>
                </a:lnTo>
                <a:lnTo>
                  <a:pt x="569856" y="324383"/>
                </a:lnTo>
                <a:lnTo>
                  <a:pt x="569856" y="325448"/>
                </a:lnTo>
                <a:close/>
                <a:moveTo>
                  <a:pt x="501166" y="15012"/>
                </a:moveTo>
                <a:cubicBezTo>
                  <a:pt x="509153" y="15012"/>
                  <a:pt x="514478" y="17142"/>
                  <a:pt x="519270" y="22999"/>
                </a:cubicBezTo>
                <a:cubicBezTo>
                  <a:pt x="525128" y="27259"/>
                  <a:pt x="527258" y="33116"/>
                  <a:pt x="527258" y="41104"/>
                </a:cubicBezTo>
                <a:cubicBezTo>
                  <a:pt x="527258" y="48026"/>
                  <a:pt x="525128" y="53351"/>
                  <a:pt x="519270" y="58143"/>
                </a:cubicBezTo>
                <a:cubicBezTo>
                  <a:pt x="515011" y="64000"/>
                  <a:pt x="509153" y="66130"/>
                  <a:pt x="501166" y="66130"/>
                </a:cubicBezTo>
                <a:cubicBezTo>
                  <a:pt x="494244" y="66130"/>
                  <a:pt x="488919" y="64000"/>
                  <a:pt x="484127" y="58143"/>
                </a:cubicBezTo>
                <a:cubicBezTo>
                  <a:pt x="478270" y="53883"/>
                  <a:pt x="476140" y="48026"/>
                  <a:pt x="476140" y="41104"/>
                </a:cubicBezTo>
                <a:cubicBezTo>
                  <a:pt x="476140" y="33116"/>
                  <a:pt x="478270" y="27792"/>
                  <a:pt x="484127" y="22999"/>
                </a:cubicBezTo>
                <a:cubicBezTo>
                  <a:pt x="488919" y="17142"/>
                  <a:pt x="494244" y="15012"/>
                  <a:pt x="501166" y="15012"/>
                </a:cubicBezTo>
                <a:lnTo>
                  <a:pt x="501166" y="15012"/>
                </a:lnTo>
                <a:close/>
                <a:moveTo>
                  <a:pt x="500101" y="112988"/>
                </a:moveTo>
                <a:lnTo>
                  <a:pt x="517141" y="112988"/>
                </a:lnTo>
                <a:lnTo>
                  <a:pt x="517141" y="299889"/>
                </a:lnTo>
                <a:lnTo>
                  <a:pt x="525128" y="307876"/>
                </a:lnTo>
                <a:lnTo>
                  <a:pt x="547492" y="310006"/>
                </a:lnTo>
                <a:lnTo>
                  <a:pt x="547492" y="325980"/>
                </a:lnTo>
                <a:lnTo>
                  <a:pt x="449516" y="325980"/>
                </a:lnTo>
                <a:lnTo>
                  <a:pt x="449516" y="310006"/>
                </a:lnTo>
                <a:lnTo>
                  <a:pt x="472945" y="307876"/>
                </a:lnTo>
                <a:lnTo>
                  <a:pt x="479867" y="299889"/>
                </a:lnTo>
                <a:lnTo>
                  <a:pt x="479867" y="142275"/>
                </a:lnTo>
                <a:lnTo>
                  <a:pt x="449516" y="142275"/>
                </a:lnTo>
                <a:lnTo>
                  <a:pt x="449516" y="127365"/>
                </a:lnTo>
                <a:lnTo>
                  <a:pt x="500101" y="112988"/>
                </a:lnTo>
                <a:lnTo>
                  <a:pt x="500101" y="112988"/>
                </a:lnTo>
                <a:close/>
                <a:moveTo>
                  <a:pt x="410112" y="119378"/>
                </a:moveTo>
                <a:lnTo>
                  <a:pt x="410112" y="168899"/>
                </a:lnTo>
                <a:lnTo>
                  <a:pt x="388813" y="168899"/>
                </a:lnTo>
                <a:lnTo>
                  <a:pt x="384553" y="138547"/>
                </a:lnTo>
                <a:cubicBezTo>
                  <a:pt x="378696" y="135353"/>
                  <a:pt x="373371" y="132690"/>
                  <a:pt x="368579" y="130560"/>
                </a:cubicBezTo>
                <a:cubicBezTo>
                  <a:pt x="362721" y="129495"/>
                  <a:pt x="357397" y="128430"/>
                  <a:pt x="352604" y="128430"/>
                </a:cubicBezTo>
                <a:cubicBezTo>
                  <a:pt x="340357" y="128430"/>
                  <a:pt x="332370" y="131625"/>
                  <a:pt x="325448" y="137482"/>
                </a:cubicBezTo>
                <a:cubicBezTo>
                  <a:pt x="318526" y="143340"/>
                  <a:pt x="315331" y="149730"/>
                  <a:pt x="315331" y="159847"/>
                </a:cubicBezTo>
                <a:cubicBezTo>
                  <a:pt x="315331" y="168899"/>
                  <a:pt x="318526" y="175821"/>
                  <a:pt x="323318" y="181146"/>
                </a:cubicBezTo>
                <a:cubicBezTo>
                  <a:pt x="329175" y="187003"/>
                  <a:pt x="337695" y="192328"/>
                  <a:pt x="352604" y="200315"/>
                </a:cubicBezTo>
                <a:cubicBezTo>
                  <a:pt x="354734" y="201380"/>
                  <a:pt x="358462" y="202445"/>
                  <a:pt x="363786" y="204575"/>
                </a:cubicBezTo>
                <a:cubicBezTo>
                  <a:pt x="379761" y="212562"/>
                  <a:pt x="392008" y="218952"/>
                  <a:pt x="399995" y="224809"/>
                </a:cubicBezTo>
                <a:cubicBezTo>
                  <a:pt x="404255" y="229069"/>
                  <a:pt x="409047" y="234926"/>
                  <a:pt x="412242" y="241848"/>
                </a:cubicBezTo>
                <a:cubicBezTo>
                  <a:pt x="414372" y="247706"/>
                  <a:pt x="415437" y="255160"/>
                  <a:pt x="415437" y="263148"/>
                </a:cubicBezTo>
                <a:cubicBezTo>
                  <a:pt x="415437" y="283382"/>
                  <a:pt x="408515" y="299356"/>
                  <a:pt x="394138" y="311603"/>
                </a:cubicBezTo>
                <a:cubicBezTo>
                  <a:pt x="379761" y="322785"/>
                  <a:pt x="358994" y="328643"/>
                  <a:pt x="334500" y="328643"/>
                </a:cubicBezTo>
                <a:cubicBezTo>
                  <a:pt x="323318" y="328643"/>
                  <a:pt x="313201" y="327578"/>
                  <a:pt x="304149" y="326513"/>
                </a:cubicBezTo>
                <a:cubicBezTo>
                  <a:pt x="294031" y="325448"/>
                  <a:pt x="284979" y="323318"/>
                  <a:pt x="276992" y="319591"/>
                </a:cubicBezTo>
                <a:lnTo>
                  <a:pt x="276992" y="262083"/>
                </a:lnTo>
                <a:lnTo>
                  <a:pt x="298291" y="262083"/>
                </a:lnTo>
                <a:lnTo>
                  <a:pt x="302551" y="299356"/>
                </a:lnTo>
                <a:cubicBezTo>
                  <a:pt x="309473" y="303616"/>
                  <a:pt x="314798" y="306279"/>
                  <a:pt x="321720" y="307343"/>
                </a:cubicBezTo>
                <a:cubicBezTo>
                  <a:pt x="327578" y="309473"/>
                  <a:pt x="333967" y="310538"/>
                  <a:pt x="340890" y="310538"/>
                </a:cubicBezTo>
                <a:cubicBezTo>
                  <a:pt x="353137" y="310538"/>
                  <a:pt x="362189" y="307343"/>
                  <a:pt x="370176" y="300421"/>
                </a:cubicBezTo>
                <a:cubicBezTo>
                  <a:pt x="378163" y="293499"/>
                  <a:pt x="381358" y="285512"/>
                  <a:pt x="381358" y="274330"/>
                </a:cubicBezTo>
                <a:cubicBezTo>
                  <a:pt x="381358" y="265278"/>
                  <a:pt x="379228" y="258355"/>
                  <a:pt x="373371" y="253031"/>
                </a:cubicBezTo>
                <a:cubicBezTo>
                  <a:pt x="369111" y="247173"/>
                  <a:pt x="356332" y="239719"/>
                  <a:pt x="336097" y="230666"/>
                </a:cubicBezTo>
                <a:cubicBezTo>
                  <a:pt x="314798" y="221614"/>
                  <a:pt x="299889" y="211497"/>
                  <a:pt x="292434" y="203510"/>
                </a:cubicBezTo>
                <a:cubicBezTo>
                  <a:pt x="284447" y="194458"/>
                  <a:pt x="280187" y="183276"/>
                  <a:pt x="280187" y="171029"/>
                </a:cubicBezTo>
                <a:cubicBezTo>
                  <a:pt x="280187" y="151859"/>
                  <a:pt x="287109" y="135885"/>
                  <a:pt x="300421" y="125768"/>
                </a:cubicBezTo>
                <a:cubicBezTo>
                  <a:pt x="313733" y="114586"/>
                  <a:pt x="332902" y="108729"/>
                  <a:pt x="357929" y="108729"/>
                </a:cubicBezTo>
                <a:cubicBezTo>
                  <a:pt x="368046" y="108729"/>
                  <a:pt x="377098" y="109794"/>
                  <a:pt x="386150" y="111923"/>
                </a:cubicBezTo>
                <a:cubicBezTo>
                  <a:pt x="394138" y="114053"/>
                  <a:pt x="402125" y="116183"/>
                  <a:pt x="410112" y="119378"/>
                </a:cubicBezTo>
                <a:lnTo>
                  <a:pt x="410112" y="119378"/>
                </a:lnTo>
                <a:close/>
                <a:moveTo>
                  <a:pt x="3297" y="31519"/>
                </a:moveTo>
                <a:lnTo>
                  <a:pt x="250901" y="31519"/>
                </a:lnTo>
                <a:lnTo>
                  <a:pt x="250901" y="98079"/>
                </a:lnTo>
                <a:lnTo>
                  <a:pt x="227471" y="98079"/>
                </a:lnTo>
                <a:lnTo>
                  <a:pt x="221614" y="57610"/>
                </a:lnTo>
                <a:lnTo>
                  <a:pt x="214692" y="50688"/>
                </a:lnTo>
                <a:lnTo>
                  <a:pt x="148132" y="50688"/>
                </a:lnTo>
                <a:lnTo>
                  <a:pt x="148132" y="298291"/>
                </a:lnTo>
                <a:lnTo>
                  <a:pt x="155054" y="305214"/>
                </a:lnTo>
                <a:lnTo>
                  <a:pt x="184341" y="307343"/>
                </a:lnTo>
                <a:lnTo>
                  <a:pt x="184341" y="325448"/>
                </a:lnTo>
                <a:lnTo>
                  <a:pt x="70390" y="325448"/>
                </a:lnTo>
                <a:lnTo>
                  <a:pt x="70390" y="307343"/>
                </a:lnTo>
                <a:lnTo>
                  <a:pt x="99676" y="305214"/>
                </a:lnTo>
                <a:lnTo>
                  <a:pt x="106598" y="298291"/>
                </a:lnTo>
                <a:lnTo>
                  <a:pt x="106598" y="50688"/>
                </a:lnTo>
                <a:lnTo>
                  <a:pt x="40039" y="50688"/>
                </a:lnTo>
                <a:lnTo>
                  <a:pt x="33116" y="57610"/>
                </a:lnTo>
                <a:lnTo>
                  <a:pt x="27259" y="98079"/>
                </a:lnTo>
                <a:lnTo>
                  <a:pt x="2233" y="98079"/>
                </a:lnTo>
                <a:lnTo>
                  <a:pt x="2233" y="31519"/>
                </a:lnTo>
                <a:close/>
              </a:path>
            </a:pathLst>
          </a:custGeom>
          <a:solidFill>
            <a:srgbClr val="81308C"/>
          </a:solidFill>
          <a:ln w="0">
            <a:noFill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393" y="336709"/>
            <a:ext cx="544449" cy="544449"/>
          </a:xfrm>
          <a:prstGeom prst="rect">
            <a:avLst/>
          </a:prstGeom>
        </p:spPr>
      </p:pic>
      <p:sp>
        <p:nvSpPr>
          <p:cNvPr id="9" name="template-course-label"/>
          <p:cNvSpPr>
            <a:spLocks noGrp="1"/>
          </p:cNvSpPr>
          <p:nvPr/>
        </p:nvSpPr>
        <p:spPr>
          <a:xfrm>
            <a:off x="2686050" y="342900"/>
            <a:ext cx="4572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buNone/>
              <a:defRPr sz="2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HCI P0</a:t>
            </a:r>
            <a:endParaRPr sz="24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slide-title"/>
          <p:cNvSpPr>
            <a:spLocks noGrp="1"/>
          </p:cNvSpPr>
          <p:nvPr/>
        </p:nvSpPr>
        <p:spPr>
          <a:xfrm>
            <a:off x="609600" y="11049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00" b="1">
                <a:solidFill>
                  <a:srgbClr val="703881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>
              <a:buNone/>
              <a:defRPr sz="3100" b="1">
                <a:solidFill>
                  <a:srgbClr val="703881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00" b="1">
                <a:solidFill>
                  <a:srgbClr val="703881"/>
                </a:solidFill>
                <a:latin typeface="Noto Serif CJK SC"/>
                <a:ea typeface="Noto Serif CJK SC"/>
                <a:cs typeface="Noto Serif CJK SC"/>
              </a:rPr>
              <a:t>团队准备与合作约定</a:t>
            </a:r>
            <a:endParaRPr sz="3100" b="1">
              <a:solidFill>
                <a:srgbClr val="703881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1" name="page-number"/>
          <p:cNvSpPr>
            <a:spLocks noGrp="1"/>
          </p:cNvSpPr>
          <p:nvPr/>
        </p:nvSpPr>
        <p:spPr>
          <a:xfrm>
            <a:off x="11306175" y="6486525"/>
            <a:ext cx="4095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buNone/>
              <a:defRPr sz="1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30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team-core"/>
          <p:cNvSpPr>
            <a:spLocks noGrp="1"/>
          </p:cNvSpPr>
          <p:nvPr/>
        </p:nvSpPr>
        <p:spPr>
          <a:xfrm>
            <a:off x="628650" y="1781175"/>
            <a:ext cx="10915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共同目标：跟踪课程通知、作业与截止时间，明确下一步行动</a:t>
            </a:r>
            <a:endParaRPr sz="1950" b="1">
              <a:solidFill>
                <a:srgbClr val="302A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team-member-0"/>
          <p:cNvSpPr>
            <a:spLocks noGrp="1"/>
          </p:cNvSpPr>
          <p:nvPr/>
        </p:nvSpPr>
        <p:spPr>
          <a:xfrm>
            <a:off x="628650" y="2276475"/>
            <a:ext cx="3390900" cy="2009775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12383">
            <a:solidFill>
              <a:srgbClr val="7030A0"/>
            </a:solidFill>
          </a:ln>
        </p:spPr>
      </p:sp>
      <p:sp>
        <p:nvSpPr>
          <p:cNvPr id="49" name="member-name-0"/>
          <p:cNvSpPr>
            <a:spLocks noGrp="1"/>
          </p:cNvSpPr>
          <p:nvPr/>
        </p:nvSpPr>
        <p:spPr>
          <a:xfrm>
            <a:off x="838200" y="2457450"/>
            <a:ext cx="297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5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陈沫含</a:t>
            </a:r>
            <a:endParaRPr sz="25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member-role-0"/>
          <p:cNvSpPr>
            <a:spLocks noGrp="1"/>
          </p:cNvSpPr>
          <p:nvPr/>
        </p:nvSpPr>
        <p:spPr>
          <a:xfrm>
            <a:off x="838200" y="2971800"/>
            <a:ext cx="2971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025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项目协调</a:t>
            </a:r>
            <a:endParaRPr sz="2025" b="1">
              <a:solidFill>
                <a:srgbClr val="302A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member-work-0"/>
          <p:cNvSpPr>
            <a:spLocks noGrp="1"/>
          </p:cNvSpPr>
          <p:nvPr/>
        </p:nvSpPr>
        <p:spPr>
          <a:xfrm>
            <a:off x="838200" y="3486150"/>
            <a:ext cx="29718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文档与汇报</a:t>
            </a:r>
            <a:endParaRPr sz="1750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维护项目索引</a:t>
            </a:r>
            <a:endParaRPr sz="1750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team-member-1"/>
          <p:cNvSpPr>
            <a:spLocks noGrp="1"/>
          </p:cNvSpPr>
          <p:nvPr/>
        </p:nvSpPr>
        <p:spPr>
          <a:xfrm>
            <a:off x="4305300" y="2276475"/>
            <a:ext cx="3390900" cy="2009775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12383">
            <a:solidFill>
              <a:srgbClr val="7030A0"/>
            </a:solidFill>
          </a:ln>
        </p:spPr>
      </p:sp>
      <p:sp>
        <p:nvSpPr>
          <p:cNvPr id="53" name="member-name-1"/>
          <p:cNvSpPr>
            <a:spLocks noGrp="1"/>
          </p:cNvSpPr>
          <p:nvPr/>
        </p:nvSpPr>
        <p:spPr>
          <a:xfrm>
            <a:off x="4514850" y="2457450"/>
            <a:ext cx="297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5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邓雨彤</a:t>
            </a:r>
            <a:endParaRPr sz="25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member-role-1"/>
          <p:cNvSpPr>
            <a:spLocks noGrp="1"/>
          </p:cNvSpPr>
          <p:nvPr/>
        </p:nvSpPr>
        <p:spPr>
          <a:xfrm>
            <a:off x="4514850" y="2971800"/>
            <a:ext cx="2971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025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用户研究</a:t>
            </a:r>
            <a:endParaRPr sz="2025" b="1">
              <a:solidFill>
                <a:srgbClr val="302A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member-work-1"/>
          <p:cNvSpPr>
            <a:spLocks noGrp="1"/>
          </p:cNvSpPr>
          <p:nvPr/>
        </p:nvSpPr>
        <p:spPr>
          <a:xfrm>
            <a:off x="4514850" y="3486150"/>
            <a:ext cx="29718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访谈与证据综合</a:t>
            </a:r>
            <a:endParaRPr sz="1750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依据发现审核设计</a:t>
            </a:r>
            <a:endParaRPr sz="1750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team-member-2"/>
          <p:cNvSpPr>
            <a:spLocks noGrp="1"/>
          </p:cNvSpPr>
          <p:nvPr/>
        </p:nvSpPr>
        <p:spPr>
          <a:xfrm>
            <a:off x="7981950" y="2276475"/>
            <a:ext cx="3390900" cy="2009775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12383">
            <a:solidFill>
              <a:srgbClr val="7030A0"/>
            </a:solidFill>
          </a:ln>
        </p:spPr>
      </p:sp>
      <p:sp>
        <p:nvSpPr>
          <p:cNvPr id="57" name="member-name-2"/>
          <p:cNvSpPr>
            <a:spLocks noGrp="1"/>
          </p:cNvSpPr>
          <p:nvPr/>
        </p:nvSpPr>
        <p:spPr>
          <a:xfrm>
            <a:off x="8191500" y="2457450"/>
            <a:ext cx="2971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5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田孜乐</a:t>
            </a:r>
            <a:endParaRPr sz="25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member-role-2"/>
          <p:cNvSpPr>
            <a:spLocks noGrp="1"/>
          </p:cNvSpPr>
          <p:nvPr/>
        </p:nvSpPr>
        <p:spPr>
          <a:xfrm>
            <a:off x="8191500" y="2971800"/>
            <a:ext cx="2971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025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02A35"/>
                </a:solidFill>
                <a:latin typeface="Noto Sans CJK SC"/>
                <a:ea typeface="Noto Sans CJK SC"/>
                <a:cs typeface="Noto Sans CJK SC"/>
              </a:rPr>
              <a:t>交互与视觉</a:t>
            </a:r>
            <a:endParaRPr sz="2025" b="1">
              <a:solidFill>
                <a:srgbClr val="302A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member-work-2"/>
          <p:cNvSpPr>
            <a:spLocks noGrp="1"/>
          </p:cNvSpPr>
          <p:nvPr/>
        </p:nvSpPr>
        <p:spPr>
          <a:xfrm>
            <a:off x="8191500" y="3486150"/>
            <a:ext cx="29718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交互分析与界面原型</a:t>
            </a:r>
            <a:endParaRPr sz="1750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视觉与最终版式检查</a:t>
            </a:r>
            <a:endParaRPr sz="1750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working-rule-0"/>
          <p:cNvSpPr>
            <a:spLocks noGrp="1"/>
          </p:cNvSpPr>
          <p:nvPr/>
        </p:nvSpPr>
        <p:spPr>
          <a:xfrm>
            <a:off x="628650" y="4562475"/>
            <a:ext cx="3390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2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24 小时内</a:t>
            </a:r>
            <a:endParaRPr sz="225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working-detail-0"/>
          <p:cNvSpPr>
            <a:spLocks noGrp="1"/>
          </p:cNvSpPr>
          <p:nvPr/>
        </p:nvSpPr>
        <p:spPr>
          <a:xfrm>
            <a:off x="628650" y="5019675"/>
            <a:ext cx="33909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回应微信消息</a:t>
            </a:r>
            <a:endParaRPr sz="1750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working-rule-1"/>
          <p:cNvSpPr>
            <a:spLocks noGrp="1"/>
          </p:cNvSpPr>
          <p:nvPr/>
        </p:nvSpPr>
        <p:spPr>
          <a:xfrm>
            <a:off x="4305300" y="4562475"/>
            <a:ext cx="3390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2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周五 12:30</a:t>
            </a:r>
            <a:endParaRPr sz="225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working-detail-1"/>
          <p:cNvSpPr>
            <a:spLocks noGrp="1"/>
          </p:cNvSpPr>
          <p:nvPr/>
        </p:nvSpPr>
        <p:spPr>
          <a:xfrm>
            <a:off x="4305300" y="5019675"/>
            <a:ext cx="33909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例会 30–60 分钟</a:t>
            </a:r>
            <a:endParaRPr sz="1750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working-rule-2"/>
          <p:cNvSpPr>
            <a:spLocks noGrp="1"/>
          </p:cNvSpPr>
          <p:nvPr/>
        </p:nvSpPr>
        <p:spPr>
          <a:xfrm>
            <a:off x="7981950" y="4562475"/>
            <a:ext cx="3390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2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统一工作空间</a:t>
            </a:r>
            <a:endParaRPr sz="225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working-detail-2"/>
          <p:cNvSpPr>
            <a:spLocks noGrp="1"/>
          </p:cNvSpPr>
          <p:nvPr/>
        </p:nvSpPr>
        <p:spPr>
          <a:xfrm>
            <a:off x="7981950" y="5019675"/>
            <a:ext cx="33909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66616A"/>
                </a:solidFill>
                <a:latin typeface="Noto Sans CJK SC"/>
                <a:ea typeface="Noto Sans CJK SC"/>
                <a:cs typeface="Noto Sans CJK SC"/>
              </a:rPr>
              <a:t>共享仓库 + 项目索引</a:t>
            </a:r>
            <a:endParaRPr sz="1750" b="0">
              <a:solidFill>
                <a:srgbClr val="6661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workflow-0"/>
          <p:cNvSpPr>
            <a:spLocks noGrp="1"/>
          </p:cNvSpPr>
          <p:nvPr/>
        </p:nvSpPr>
        <p:spPr>
          <a:xfrm>
            <a:off x="628650" y="5715000"/>
            <a:ext cx="2524125" cy="695325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67" name="workflow-heading-0"/>
          <p:cNvSpPr>
            <a:spLocks noGrp="1"/>
          </p:cNvSpPr>
          <p:nvPr/>
        </p:nvSpPr>
        <p:spPr>
          <a:xfrm>
            <a:off x="742950" y="5791200"/>
            <a:ext cx="2295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分配任务</a:t>
            </a:r>
            <a:endParaRPr sz="21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workflow-detail-0"/>
          <p:cNvSpPr>
            <a:spLocks noGrp="1"/>
          </p:cNvSpPr>
          <p:nvPr/>
        </p:nvSpPr>
        <p:spPr>
          <a:xfrm>
            <a:off x="742950" y="6181725"/>
            <a:ext cx="22955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50" b="0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450" b="0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50" b="0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负责人 / 截止 / 产出</a:t>
            </a:r>
            <a:endParaRPr sz="1450" b="0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workflow-arrow-0"/>
          <p:cNvSpPr>
            <a:spLocks noGrp="1"/>
          </p:cNvSpPr>
          <p:nvPr/>
        </p:nvSpPr>
        <p:spPr>
          <a:xfrm>
            <a:off x="3200400" y="5991225"/>
            <a:ext cx="161925" cy="114300"/>
          </a:xfrm>
          <a:prstGeom prst="rightArrow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0" name="workflow-1"/>
          <p:cNvSpPr>
            <a:spLocks noGrp="1"/>
          </p:cNvSpPr>
          <p:nvPr/>
        </p:nvSpPr>
        <p:spPr>
          <a:xfrm>
            <a:off x="3409950" y="5715000"/>
            <a:ext cx="2524125" cy="695325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71" name="workflow-heading-1"/>
          <p:cNvSpPr>
            <a:spLocks noGrp="1"/>
          </p:cNvSpPr>
          <p:nvPr/>
        </p:nvSpPr>
        <p:spPr>
          <a:xfrm>
            <a:off x="3524250" y="5791200"/>
            <a:ext cx="2295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完成草稿</a:t>
            </a:r>
            <a:endParaRPr sz="21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workflow-detail-1"/>
          <p:cNvSpPr>
            <a:spLocks noGrp="1"/>
          </p:cNvSpPr>
          <p:nvPr/>
        </p:nvSpPr>
        <p:spPr>
          <a:xfrm>
            <a:off x="3524250" y="6181725"/>
            <a:ext cx="22955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50" b="0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450" b="0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50" b="0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提交前 48 小时完成</a:t>
            </a:r>
            <a:endParaRPr sz="1450" b="0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workflow-arrow-1"/>
          <p:cNvSpPr>
            <a:spLocks noGrp="1"/>
          </p:cNvSpPr>
          <p:nvPr/>
        </p:nvSpPr>
        <p:spPr>
          <a:xfrm>
            <a:off x="5981700" y="5991225"/>
            <a:ext cx="161925" cy="114300"/>
          </a:xfrm>
          <a:prstGeom prst="rightArrow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4" name="workflow-2"/>
          <p:cNvSpPr>
            <a:spLocks noGrp="1"/>
          </p:cNvSpPr>
          <p:nvPr/>
        </p:nvSpPr>
        <p:spPr>
          <a:xfrm>
            <a:off x="6191250" y="5715000"/>
            <a:ext cx="2524125" cy="695325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75" name="workflow-heading-2"/>
          <p:cNvSpPr>
            <a:spLocks noGrp="1"/>
          </p:cNvSpPr>
          <p:nvPr/>
        </p:nvSpPr>
        <p:spPr>
          <a:xfrm>
            <a:off x="6305550" y="5791200"/>
            <a:ext cx="2295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同伴审核</a:t>
            </a:r>
            <a:endParaRPr sz="21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workflow-detail-2"/>
          <p:cNvSpPr>
            <a:spLocks noGrp="1"/>
          </p:cNvSpPr>
          <p:nvPr/>
        </p:nvSpPr>
        <p:spPr>
          <a:xfrm>
            <a:off x="6305550" y="6181725"/>
            <a:ext cx="22955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50" b="0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450" b="0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50" b="0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成员互审</a:t>
            </a:r>
            <a:endParaRPr sz="1450" b="0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workflow-arrow-2"/>
          <p:cNvSpPr>
            <a:spLocks noGrp="1"/>
          </p:cNvSpPr>
          <p:nvPr/>
        </p:nvSpPr>
        <p:spPr>
          <a:xfrm>
            <a:off x="8763000" y="5991225"/>
            <a:ext cx="161925" cy="114300"/>
          </a:xfrm>
          <a:prstGeom prst="rightArrow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8" name="workflow-3"/>
          <p:cNvSpPr>
            <a:spLocks noGrp="1"/>
          </p:cNvSpPr>
          <p:nvPr/>
        </p:nvSpPr>
        <p:spPr>
          <a:xfrm>
            <a:off x="8972550" y="5715000"/>
            <a:ext cx="2524125" cy="695325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79" name="workflow-heading-3"/>
          <p:cNvSpPr>
            <a:spLocks noGrp="1"/>
          </p:cNvSpPr>
          <p:nvPr/>
        </p:nvSpPr>
        <p:spPr>
          <a:xfrm>
            <a:off x="9086850" y="5791200"/>
            <a:ext cx="2295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正式提交</a:t>
            </a:r>
            <a:endParaRPr sz="2100" b="1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workflow-detail-3"/>
          <p:cNvSpPr>
            <a:spLocks noGrp="1"/>
          </p:cNvSpPr>
          <p:nvPr/>
        </p:nvSpPr>
        <p:spPr>
          <a:xfrm>
            <a:off x="9086850" y="6181725"/>
            <a:ext cx="22955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50" b="0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450" b="0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50" b="0">
                <a:solidFill>
                  <a:srgbClr val="703881"/>
                </a:solidFill>
                <a:latin typeface="Noto Sans CJK SC"/>
                <a:ea typeface="Noto Sans CJK SC"/>
                <a:cs typeface="Noto Sans CJK SC"/>
              </a:rPr>
              <a:t>标记已审核版本</a:t>
            </a:r>
            <a:endParaRPr sz="1450" b="0">
              <a:solidFill>
                <a:srgbClr val="70388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wn1vdp0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wn1vdp0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991</Words>
  <Application>WPS 演示</Application>
  <PresentationFormat>Converted Presentation</PresentationFormat>
  <Paragraphs>201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Arial</vt:lpstr>
      <vt:lpstr>Source Sans Pro</vt:lpstr>
      <vt:lpstr>微软雅黑</vt:lpstr>
      <vt:lpstr>Noto Sans CJK SC</vt:lpstr>
      <vt:lpstr>Segoe Print</vt:lpstr>
      <vt:lpstr>Noto Serif CJK SC</vt:lpstr>
      <vt:lpstr>Arial Unicode MS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tzl</cp:lastModifiedBy>
  <cp:revision>12</cp:revision>
  <dcterms:created xsi:type="dcterms:W3CDTF">2026-10-11T05:12:00Z</dcterms:created>
  <dcterms:modified xsi:type="dcterms:W3CDTF">2026-10-11T05:36:57Z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B5B6C7E52D0444FE9ACAA7CFDF65AED8_12</vt:lpwstr>
  </property>
  <property fmtid="{D5CDD505-2E9C-101B-9397-08002B2CF9AE}" pid="3" name="KSOProductBuildVer">
    <vt:lpwstr>2052-12.1.0.28505</vt:lpwstr>
  </property>
</Properties>
</file>